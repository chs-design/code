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Lst>
  <p:notesMasterIdLst>
    <p:notesMasterId r:id="rId5"/>
  </p:notesMasterIdLst>
  <p:sldIdLst>
    <p:sldId id="256" r:id="rId4"/>
    <p:sldId id="267" r:id="rId6"/>
    <p:sldId id="258" r:id="rId7"/>
    <p:sldId id="259" r:id="rId8"/>
    <p:sldId id="260" r:id="rId9"/>
    <p:sldId id="261" r:id="rId10"/>
    <p:sldId id="262" r:id="rId11"/>
    <p:sldId id="263" r:id="rId12"/>
    <p:sldId id="264" r:id="rId13"/>
    <p:sldId id="265" r:id="rId14"/>
  </p:sldIdLst>
  <p:sldSz cx="12192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 d="1"/>
          <a:sy n="1" d="1"/>
        </p:scale>
        <p:origin x="0" y="0"/>
      </p:cViewPr>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a:t>
            </a:r>
          </a:p>
          <a:p>
            <a:r>
              <a:t>- Jansen GE et al., "Automatic segmentation of the mitral valve in parasternal long-axis transthoracic echocardiography for anatomical assessment and risk stratification." Supplied paper PDF. Title and abstract.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a:t>
            </a:r>
          </a:p>
          <a:p>
            <a:r>
              <a:t>- Jansen GE et al., "Automatic segmentation of the mitral valve in parasternal long-axis transthoracic echocardiography for anatomical assessment and risk stratification." Supplied paper PDF. Abstract and Sections 1-2.</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a:t>
            </a:r>
          </a:p>
          <a:p>
            <a:r>
              <a:t>- Jansen GE et al., "Automatic segmentation of the mitral valve in parasternal long-axis transthoracic echocardiography for anatomical assessment and risk stratification." Supplied paper PDF. Abstract and Sections 1-2.</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a:t>
            </a:r>
          </a:p>
          <a:p>
            <a:r>
              <a:t>- Jansen GE et al., "Automatic segmentation of the mitral valve in parasternal long-axis transthoracic echocardiography for anatomical assessment and risk stratification." Supplied paper PDF. Figure 1 and Section 2.1. The paper reports inconsistent test-patient counts; this slide uses annotated frames and videos only.</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a:t>
            </a:r>
          </a:p>
          <a:p>
            <a:r>
              <a:t>- Jansen GE et al., "Automatic segmentation of the mitral valve in parasternal long-axis transthoracic echocardiography for anatomical assessment and risk stratification." Supplied paper PDF. Figure 2 and Section 2.3.</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a:t>
            </a:r>
          </a:p>
          <a:p>
            <a:r>
              <a:t>- Jansen GE et al., "Automatic segmentation of the mitral valve in parasternal long-axis transthoracic echocardiography for anatomical assessment and risk stratification." Supplied paper PDF. Figure 3 and Section 2.4.</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a:t>
            </a:r>
          </a:p>
          <a:p>
            <a:r>
              <a:t>- Jansen GE et al., "Automatic segmentation of the mitral valve in parasternal long-axis transthoracic echocardiography for anatomical assessment and risk stratification." Supplied paper PDF. Figure 7, Section 5.2, and Section 6.</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a:t>
            </a:r>
          </a:p>
          <a:p>
            <a:r>
              <a:t>- Jansen GE et al., "Automatic segmentation of the mitral valve in parasternal long-axis transthoracic echocardiography for anatomical assessment and risk stratification." Supplied paper PDF. Table 1, Figure 4, and Sections 3.1 and 4.1.</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a:t>
            </a:r>
          </a:p>
          <a:p>
            <a:r>
              <a:t>- Jansen GE et al., "Automatic segmentation of the mitral valve in parasternal long-axis transthoracic echocardiography for anatomical assessment and risk stratification." Supplied paper PDF. Figure 6, Table 2, and Section 4.2. The supplied paper abstract conflicts with the body on the direction of the coaptation-length threshold; this slide follows the Cox results in the body and Table 2.</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a:t>
            </a:r>
          </a:p>
          <a:p>
            <a:r>
              <a:t>- Jansen GE et al., "Automatic segmentation of the mitral valve in parasternal long-axis transthoracic echocardiography for anatomical assessment and risk stratification." Supplied paper PDF. Section 7 conclusion.</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p:sp>
        <p:nvSpPr>
          <p:cNvPr id="2"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buNone/>
            </a:pPr>
          </a:p>
        </p:txBody>
      </p:sp>
      <p:sp>
        <p:nvSpPr>
          <p:cNvPr id="3" name="PlaceHolder 2"/>
          <p:cNvSpPr>
            <a:spLocks noGrp="1"/>
          </p:cNvSpPr>
          <p:nvPr>
            <p:ph type="subTitle" idx="10"/>
          </p:nvPr>
        </p:nvSpPr>
        <p:spPr>
          <a:xfrm>
            <a:off x="609480" y="1604520"/>
            <a:ext cx="10972440" cy="3977280"/>
          </a:xfrm>
          <a:prstGeom prst="rect">
            <a:avLst/>
          </a:prstGeom>
        </p:spPr>
        <p:txBody>
          <a:bodyPr lIns="0" tIns="0" rIns="0" bIns="0" anchor="ctr">
            <a:noAutofit/>
          </a:bodyPr>
          <a:lstStyle/>
          <a:p>
            <a:pPr algn="ctr">
              <a:buNone/>
            </a:p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p:sp>
        <p:nvSpPr>
          <p:cNvPr id="4"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buNone/>
            </a:pPr>
          </a:p>
        </p:txBody>
      </p:sp>
      <p:sp>
        <p:nvSpPr>
          <p:cNvPr id="5" name="PlaceHolder 2"/>
          <p:cNvSpPr>
            <a:spLocks noGrp="1"/>
          </p:cNvSpPr>
          <p:nvPr>
            <p:ph type="body" idx="10"/>
          </p:nvPr>
        </p:nvSpPr>
        <p:spPr>
          <a:xfrm>
            <a:off x="609480" y="1604520"/>
            <a:ext cx="10972440" cy="3977280"/>
          </a:xfrm>
          <a:prstGeom prst="rect">
            <a:avLst/>
          </a:prstGeom>
        </p:spPr>
        <p:txBody>
          <a:bodyPr lIns="0" tIns="0" rIns="0" bIns="0">
            <a:normAutofit/>
          </a:body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p:sp>
        <p:nvSpPr>
          <p:cNvPr id="6"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buNone/>
            </a:pPr>
          </a:p>
        </p:txBody>
      </p:sp>
      <p:sp>
        <p:nvSpPr>
          <p:cNvPr id="7" name="PlaceHolder 2"/>
          <p:cNvSpPr>
            <a:spLocks noGrp="1"/>
          </p:cNvSpPr>
          <p:nvPr>
            <p:ph type="body" idx="10"/>
          </p:nvPr>
        </p:nvSpPr>
        <p:spPr>
          <a:xfrm>
            <a:off x="609480" y="1604520"/>
            <a:ext cx="5354280" cy="3977280"/>
          </a:xfrm>
          <a:prstGeom prst="rect">
            <a:avLst/>
          </a:prstGeom>
        </p:spPr>
        <p:txBody>
          <a:bodyPr lIns="0" tIns="0" rIns="0" bIns="0">
            <a:normAutofit/>
          </a:bodyPr>
          <a:lstStyle/>
          <a:p/>
        </p:txBody>
      </p:sp>
      <p:sp>
        <p:nvSpPr>
          <p:cNvPr id="8" name="PlaceHolder 3"/>
          <p:cNvSpPr>
            <a:spLocks noGrp="1"/>
          </p:cNvSpPr>
          <p:nvPr>
            <p:ph type="body" idx="20"/>
          </p:nvPr>
        </p:nvSpPr>
        <p:spPr>
          <a:xfrm>
            <a:off x="6231960" y="1604520"/>
            <a:ext cx="5354280" cy="3977280"/>
          </a:xfrm>
          <a:prstGeom prst="rect">
            <a:avLst/>
          </a:prstGeom>
        </p:spPr>
        <p:txBody>
          <a:bodyPr lIns="0" tIns="0" rIns="0" bIns="0">
            <a:normAutofit/>
          </a:body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p:sp>
        <p:nvSpPr>
          <p:cNvPr id="9"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buNone/>
            </a:p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entered Text">
    <p:spTree>
      <p:nvGrpSpPr>
        <p:cNvPr id="1" name=""/>
        <p:cNvGrpSpPr/>
        <p:nvPr/>
      </p:nvGrpSpPr>
      <p:grpSpPr/>
      <p:sp>
        <p:nvSpPr>
          <p:cNvPr id="10"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buNone/>
            </a:p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2 Content and Content">
    <p:spTree>
      <p:nvGrpSpPr>
        <p:cNvPr id="1" name=""/>
        <p:cNvGrpSpPr/>
        <p:nvPr/>
      </p:nvGrpSpPr>
      <p:grpSpPr/>
      <p:sp>
        <p:nvSpPr>
          <p:cNvPr id="11"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buNone/>
            </a:pPr>
          </a:p>
        </p:txBody>
      </p:sp>
      <p:sp>
        <p:nvSpPr>
          <p:cNvPr id="12" name="PlaceHolder 2"/>
          <p:cNvSpPr>
            <a:spLocks noGrp="1"/>
          </p:cNvSpPr>
          <p:nvPr>
            <p:ph type="body" idx="10"/>
          </p:nvPr>
        </p:nvSpPr>
        <p:spPr>
          <a:xfrm>
            <a:off x="609480" y="1604520"/>
            <a:ext cx="5354280" cy="1896840"/>
          </a:xfrm>
          <a:prstGeom prst="rect">
            <a:avLst/>
          </a:prstGeom>
        </p:spPr>
        <p:txBody>
          <a:bodyPr lIns="0" tIns="0" rIns="0" bIns="0">
            <a:normAutofit/>
          </a:bodyPr>
          <a:lstStyle/>
          <a:p/>
        </p:txBody>
      </p:sp>
      <p:sp>
        <p:nvSpPr>
          <p:cNvPr id="13" name="PlaceHolder 3"/>
          <p:cNvSpPr>
            <a:spLocks noGrp="1"/>
          </p:cNvSpPr>
          <p:nvPr>
            <p:ph type="body" idx="20"/>
          </p:nvPr>
        </p:nvSpPr>
        <p:spPr>
          <a:xfrm>
            <a:off x="6231960" y="1604520"/>
            <a:ext cx="5354280" cy="3977280"/>
          </a:xfrm>
          <a:prstGeom prst="rect">
            <a:avLst/>
          </a:prstGeom>
        </p:spPr>
        <p:txBody>
          <a:bodyPr lIns="0" tIns="0" rIns="0" bIns="0">
            <a:normAutofit/>
          </a:bodyPr>
          <a:lstStyle/>
          <a:p/>
        </p:txBody>
      </p:sp>
      <p:sp>
        <p:nvSpPr>
          <p:cNvPr id="14" name="PlaceHolder 4"/>
          <p:cNvSpPr>
            <a:spLocks noGrp="1"/>
          </p:cNvSpPr>
          <p:nvPr>
            <p:ph type="body" idx="30"/>
          </p:nvPr>
        </p:nvSpPr>
        <p:spPr>
          <a:xfrm>
            <a:off x="609480" y="3682080"/>
            <a:ext cx="5354280" cy="1896840"/>
          </a:xfrm>
          <a:prstGeom prst="rect">
            <a:avLst/>
          </a:prstGeom>
        </p:spPr>
        <p:txBody>
          <a:bodyPr lIns="0" tIns="0" rIns="0" bIns="0">
            <a:normAutofit/>
          </a:body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Content and 2 Content">
    <p:spTree>
      <p:nvGrpSpPr>
        <p:cNvPr id="1" name=""/>
        <p:cNvGrpSpPr/>
        <p:nvPr/>
      </p:nvGrpSpPr>
      <p:grpSpPr/>
      <p:sp>
        <p:nvSpPr>
          <p:cNvPr id="15"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buNone/>
            </a:pPr>
          </a:p>
        </p:txBody>
      </p:sp>
      <p:sp>
        <p:nvSpPr>
          <p:cNvPr id="16" name="PlaceHolder 2"/>
          <p:cNvSpPr>
            <a:spLocks noGrp="1"/>
          </p:cNvSpPr>
          <p:nvPr>
            <p:ph type="body" idx="10"/>
          </p:nvPr>
        </p:nvSpPr>
        <p:spPr>
          <a:xfrm>
            <a:off x="609480" y="1604520"/>
            <a:ext cx="5354280" cy="3977280"/>
          </a:xfrm>
          <a:prstGeom prst="rect">
            <a:avLst/>
          </a:prstGeom>
        </p:spPr>
        <p:txBody>
          <a:bodyPr lIns="0" tIns="0" rIns="0" bIns="0">
            <a:normAutofit/>
          </a:bodyPr>
          <a:lstStyle/>
          <a:p/>
        </p:txBody>
      </p:sp>
      <p:sp>
        <p:nvSpPr>
          <p:cNvPr id="17" name="PlaceHolder 3"/>
          <p:cNvSpPr>
            <a:spLocks noGrp="1"/>
          </p:cNvSpPr>
          <p:nvPr>
            <p:ph type="body" idx="20"/>
          </p:nvPr>
        </p:nvSpPr>
        <p:spPr>
          <a:xfrm>
            <a:off x="6231960" y="1604520"/>
            <a:ext cx="5354280" cy="1896840"/>
          </a:xfrm>
          <a:prstGeom prst="rect">
            <a:avLst/>
          </a:prstGeom>
        </p:spPr>
        <p:txBody>
          <a:bodyPr lIns="0" tIns="0" rIns="0" bIns="0">
            <a:normAutofit/>
          </a:bodyPr>
          <a:lstStyle/>
          <a:p/>
        </p:txBody>
      </p:sp>
      <p:sp>
        <p:nvSpPr>
          <p:cNvPr id="18" name="PlaceHolder 4"/>
          <p:cNvSpPr>
            <a:spLocks noGrp="1"/>
          </p:cNvSpPr>
          <p:nvPr>
            <p:ph type="body" idx="30"/>
          </p:nvPr>
        </p:nvSpPr>
        <p:spPr>
          <a:xfrm>
            <a:off x="6231960" y="3682080"/>
            <a:ext cx="5354280" cy="1896840"/>
          </a:xfrm>
          <a:prstGeom prst="rect">
            <a:avLst/>
          </a:prstGeom>
        </p:spPr>
        <p:txBody>
          <a:bodyPr lIns="0" tIns="0" rIns="0" bIns="0">
            <a:normAutofit/>
          </a:body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2 Content over Content">
    <p:spTree>
      <p:nvGrpSpPr>
        <p:cNvPr id="1" name=""/>
        <p:cNvGrpSpPr/>
        <p:nvPr/>
      </p:nvGrpSpPr>
      <p:grpSpPr/>
      <p:sp>
        <p:nvSpPr>
          <p:cNvPr id="19"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buNone/>
            </a:pPr>
          </a:p>
        </p:txBody>
      </p:sp>
      <p:sp>
        <p:nvSpPr>
          <p:cNvPr id="20" name="PlaceHolder 2"/>
          <p:cNvSpPr>
            <a:spLocks noGrp="1"/>
          </p:cNvSpPr>
          <p:nvPr>
            <p:ph type="body" idx="10"/>
          </p:nvPr>
        </p:nvSpPr>
        <p:spPr>
          <a:xfrm>
            <a:off x="609480" y="1604520"/>
            <a:ext cx="5354280" cy="1896840"/>
          </a:xfrm>
          <a:prstGeom prst="rect">
            <a:avLst/>
          </a:prstGeom>
        </p:spPr>
        <p:txBody>
          <a:bodyPr lIns="0" tIns="0" rIns="0" bIns="0">
            <a:normAutofit/>
          </a:bodyPr>
          <a:lstStyle/>
          <a:p/>
        </p:txBody>
      </p:sp>
      <p:sp>
        <p:nvSpPr>
          <p:cNvPr id="21" name="PlaceHolder 3"/>
          <p:cNvSpPr>
            <a:spLocks noGrp="1"/>
          </p:cNvSpPr>
          <p:nvPr>
            <p:ph type="body" idx="20"/>
          </p:nvPr>
        </p:nvSpPr>
        <p:spPr>
          <a:xfrm>
            <a:off x="6231960" y="1604520"/>
            <a:ext cx="5354280" cy="1896840"/>
          </a:xfrm>
          <a:prstGeom prst="rect">
            <a:avLst/>
          </a:prstGeom>
        </p:spPr>
        <p:txBody>
          <a:bodyPr lIns="0" tIns="0" rIns="0" bIns="0">
            <a:normAutofit/>
          </a:bodyPr>
          <a:lstStyle/>
          <a:p/>
        </p:txBody>
      </p:sp>
      <p:sp>
        <p:nvSpPr>
          <p:cNvPr id="22" name="PlaceHolder 4"/>
          <p:cNvSpPr>
            <a:spLocks noGrp="1"/>
          </p:cNvSpPr>
          <p:nvPr>
            <p:ph type="body" idx="30"/>
          </p:nvPr>
        </p:nvSpPr>
        <p:spPr>
          <a:xfrm>
            <a:off x="609480" y="3682080"/>
            <a:ext cx="10972440" cy="1896840"/>
          </a:xfrm>
          <a:prstGeom prst="rect">
            <a:avLst/>
          </a:prstGeom>
        </p:spPr>
        <p:txBody>
          <a:bodyPr lIns="0" tIns="0" rIns="0" bIns="0">
            <a:normAutofit/>
          </a:body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Content over Content">
    <p:spTree>
      <p:nvGrpSpPr>
        <p:cNvPr id="1" name=""/>
        <p:cNvGrpSpPr/>
        <p:nvPr/>
      </p:nvGrpSpPr>
      <p:grpSpPr/>
      <p:sp>
        <p:nvSpPr>
          <p:cNvPr id="23"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buNone/>
            </a:pPr>
          </a:p>
        </p:txBody>
      </p:sp>
      <p:sp>
        <p:nvSpPr>
          <p:cNvPr id="24" name="PlaceHolder 2"/>
          <p:cNvSpPr>
            <a:spLocks noGrp="1"/>
          </p:cNvSpPr>
          <p:nvPr>
            <p:ph type="body" idx="10"/>
          </p:nvPr>
        </p:nvSpPr>
        <p:spPr>
          <a:xfrm>
            <a:off x="609480" y="1604520"/>
            <a:ext cx="10972440" cy="1896840"/>
          </a:xfrm>
          <a:prstGeom prst="rect">
            <a:avLst/>
          </a:prstGeom>
        </p:spPr>
        <p:txBody>
          <a:bodyPr lIns="0" tIns="0" rIns="0" bIns="0">
            <a:normAutofit/>
          </a:bodyPr>
          <a:lstStyle/>
          <a:p/>
        </p:txBody>
      </p:sp>
      <p:sp>
        <p:nvSpPr>
          <p:cNvPr id="25" name="PlaceHolder 3"/>
          <p:cNvSpPr>
            <a:spLocks noGrp="1"/>
          </p:cNvSpPr>
          <p:nvPr>
            <p:ph type="body" idx="20"/>
          </p:nvPr>
        </p:nvSpPr>
        <p:spPr>
          <a:xfrm>
            <a:off x="609480" y="3682080"/>
            <a:ext cx="10972440" cy="1896840"/>
          </a:xfrm>
          <a:prstGeom prst="rect">
            <a:avLst/>
          </a:prstGeom>
        </p:spPr>
        <p:txBody>
          <a:bodyPr lIns="0" tIns="0" rIns="0" bIns="0">
            <a:normAutofit/>
          </a:body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4 Content">
    <p:spTree>
      <p:nvGrpSpPr>
        <p:cNvPr id="1" name=""/>
        <p:cNvGrpSpPr/>
        <p:nvPr/>
      </p:nvGrpSpPr>
      <p:grpSpPr/>
      <p:sp>
        <p:nvSpPr>
          <p:cNvPr id="26"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buNone/>
            </a:pPr>
          </a:p>
        </p:txBody>
      </p:sp>
      <p:sp>
        <p:nvSpPr>
          <p:cNvPr id="27" name="PlaceHolder 2"/>
          <p:cNvSpPr>
            <a:spLocks noGrp="1"/>
          </p:cNvSpPr>
          <p:nvPr>
            <p:ph type="body" idx="10"/>
          </p:nvPr>
        </p:nvSpPr>
        <p:spPr>
          <a:xfrm>
            <a:off x="609480" y="1604520"/>
            <a:ext cx="5354280" cy="1896840"/>
          </a:xfrm>
          <a:prstGeom prst="rect">
            <a:avLst/>
          </a:prstGeom>
        </p:spPr>
        <p:txBody>
          <a:bodyPr lIns="0" tIns="0" rIns="0" bIns="0">
            <a:normAutofit/>
          </a:bodyPr>
          <a:lstStyle/>
          <a:p/>
        </p:txBody>
      </p:sp>
      <p:sp>
        <p:nvSpPr>
          <p:cNvPr id="28" name="PlaceHolder 3"/>
          <p:cNvSpPr>
            <a:spLocks noGrp="1"/>
          </p:cNvSpPr>
          <p:nvPr>
            <p:ph type="body" idx="20"/>
          </p:nvPr>
        </p:nvSpPr>
        <p:spPr>
          <a:xfrm>
            <a:off x="6231960" y="1604520"/>
            <a:ext cx="5354280" cy="1896840"/>
          </a:xfrm>
          <a:prstGeom prst="rect">
            <a:avLst/>
          </a:prstGeom>
        </p:spPr>
        <p:txBody>
          <a:bodyPr lIns="0" tIns="0" rIns="0" bIns="0">
            <a:normAutofit/>
          </a:bodyPr>
          <a:lstStyle/>
          <a:p/>
        </p:txBody>
      </p:sp>
      <p:sp>
        <p:nvSpPr>
          <p:cNvPr id="29" name="PlaceHolder 4"/>
          <p:cNvSpPr>
            <a:spLocks noGrp="1"/>
          </p:cNvSpPr>
          <p:nvPr>
            <p:ph type="body" idx="30"/>
          </p:nvPr>
        </p:nvSpPr>
        <p:spPr>
          <a:xfrm>
            <a:off x="609480" y="3682080"/>
            <a:ext cx="5354280" cy="1896840"/>
          </a:xfrm>
          <a:prstGeom prst="rect">
            <a:avLst/>
          </a:prstGeom>
        </p:spPr>
        <p:txBody>
          <a:bodyPr lIns="0" tIns="0" rIns="0" bIns="0">
            <a:normAutofit/>
          </a:bodyPr>
          <a:lstStyle/>
          <a:p/>
        </p:txBody>
      </p:sp>
      <p:sp>
        <p:nvSpPr>
          <p:cNvPr id="30" name="PlaceHolder 5"/>
          <p:cNvSpPr>
            <a:spLocks noGrp="1"/>
          </p:cNvSpPr>
          <p:nvPr>
            <p:ph type="body" idx="40"/>
          </p:nvPr>
        </p:nvSpPr>
        <p:spPr>
          <a:xfrm>
            <a:off x="6231960" y="3682080"/>
            <a:ext cx="5354280" cy="1896840"/>
          </a:xfrm>
          <a:prstGeom prst="rect">
            <a:avLst/>
          </a:prstGeom>
        </p:spPr>
        <p:txBody>
          <a:bodyPr lIns="0" tIns="0" rIns="0" bIns="0">
            <a:normAutofit/>
          </a:body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p:sp>
        <p:nvSpPr>
          <p:cNvPr id="31"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buNone/>
            </a:pPr>
          </a:p>
        </p:txBody>
      </p:sp>
      <p:sp>
        <p:nvSpPr>
          <p:cNvPr id="32" name="PlaceHolder 2"/>
          <p:cNvSpPr>
            <a:spLocks noGrp="1"/>
          </p:cNvSpPr>
          <p:nvPr>
            <p:ph type="body" idx="10"/>
          </p:nvPr>
        </p:nvSpPr>
        <p:spPr>
          <a:xfrm>
            <a:off x="609480" y="1604520"/>
            <a:ext cx="3533040" cy="1896840"/>
          </a:xfrm>
          <a:prstGeom prst="rect">
            <a:avLst/>
          </a:prstGeom>
        </p:spPr>
        <p:txBody>
          <a:bodyPr lIns="0" tIns="0" rIns="0" bIns="0">
            <a:normAutofit/>
          </a:bodyPr>
          <a:lstStyle/>
          <a:p/>
        </p:txBody>
      </p:sp>
      <p:sp>
        <p:nvSpPr>
          <p:cNvPr id="33" name="PlaceHolder 3"/>
          <p:cNvSpPr>
            <a:spLocks noGrp="1"/>
          </p:cNvSpPr>
          <p:nvPr>
            <p:ph type="body" idx="20"/>
          </p:nvPr>
        </p:nvSpPr>
        <p:spPr>
          <a:xfrm>
            <a:off x="4319640" y="1604520"/>
            <a:ext cx="3533040" cy="1896840"/>
          </a:xfrm>
          <a:prstGeom prst="rect">
            <a:avLst/>
          </a:prstGeom>
        </p:spPr>
        <p:txBody>
          <a:bodyPr lIns="0" tIns="0" rIns="0" bIns="0">
            <a:normAutofit/>
          </a:bodyPr>
          <a:lstStyle/>
          <a:p/>
        </p:txBody>
      </p:sp>
      <p:sp>
        <p:nvSpPr>
          <p:cNvPr id="34" name="PlaceHolder 4"/>
          <p:cNvSpPr>
            <a:spLocks noGrp="1"/>
          </p:cNvSpPr>
          <p:nvPr>
            <p:ph type="body" idx="30"/>
          </p:nvPr>
        </p:nvSpPr>
        <p:spPr>
          <a:xfrm>
            <a:off x="8029800" y="1604520"/>
            <a:ext cx="3533040" cy="1896840"/>
          </a:xfrm>
          <a:prstGeom prst="rect">
            <a:avLst/>
          </a:prstGeom>
        </p:spPr>
        <p:txBody>
          <a:bodyPr lIns="0" tIns="0" rIns="0" bIns="0">
            <a:normAutofit/>
          </a:bodyPr>
          <a:lstStyle/>
          <a:p/>
        </p:txBody>
      </p:sp>
      <p:sp>
        <p:nvSpPr>
          <p:cNvPr id="35" name="PlaceHolder 5"/>
          <p:cNvSpPr>
            <a:spLocks noGrp="1"/>
          </p:cNvSpPr>
          <p:nvPr>
            <p:ph type="body" idx="40"/>
          </p:nvPr>
        </p:nvSpPr>
        <p:spPr>
          <a:xfrm>
            <a:off x="609480" y="3682080"/>
            <a:ext cx="3533040" cy="1896840"/>
          </a:xfrm>
          <a:prstGeom prst="rect">
            <a:avLst/>
          </a:prstGeom>
        </p:spPr>
        <p:txBody>
          <a:bodyPr lIns="0" tIns="0" rIns="0" bIns="0">
            <a:normAutofit/>
          </a:bodyPr>
          <a:lstStyle/>
          <a:p/>
        </p:txBody>
      </p:sp>
      <p:sp>
        <p:nvSpPr>
          <p:cNvPr id="36" name="PlaceHolder 6"/>
          <p:cNvSpPr>
            <a:spLocks noGrp="1"/>
          </p:cNvSpPr>
          <p:nvPr>
            <p:ph type="body" idx="50"/>
          </p:nvPr>
        </p:nvSpPr>
        <p:spPr>
          <a:xfrm>
            <a:off x="4319640" y="3682080"/>
            <a:ext cx="3533040" cy="1896840"/>
          </a:xfrm>
          <a:prstGeom prst="rect">
            <a:avLst/>
          </a:prstGeom>
        </p:spPr>
        <p:txBody>
          <a:bodyPr lIns="0" tIns="0" rIns="0" bIns="0">
            <a:normAutofit/>
          </a:bodyPr>
          <a:lstStyle/>
          <a:p/>
        </p:txBody>
      </p:sp>
      <p:sp>
        <p:nvSpPr>
          <p:cNvPr id="37" name="PlaceHolder 7"/>
          <p:cNvSpPr>
            <a:spLocks noGrp="1"/>
          </p:cNvSpPr>
          <p:nvPr>
            <p:ph type="body" idx="60"/>
          </p:nvPr>
        </p:nvSpPr>
        <p:spPr>
          <a:xfrm>
            <a:off x="8029800" y="3682080"/>
            <a:ext cx="3533040" cy="1896840"/>
          </a:xfrm>
          <a:prstGeom prst="rect">
            <a:avLst/>
          </a:prstGeom>
        </p:spPr>
        <p:txBody>
          <a:bodyPr lIns="0" tIns="0" rIns="0" bIns="0">
            <a:normAutofit/>
          </a:body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p:sp>
        <p:nvSpPr>
          <p:cNvPr id="40"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buNone/>
            </a:pPr>
          </a:p>
        </p:txBody>
      </p:sp>
      <p:sp>
        <p:nvSpPr>
          <p:cNvPr id="41" name="PlaceHolder 2"/>
          <p:cNvSpPr>
            <a:spLocks noGrp="1"/>
          </p:cNvSpPr>
          <p:nvPr>
            <p:ph type="subTitle" idx="10"/>
          </p:nvPr>
        </p:nvSpPr>
        <p:spPr>
          <a:xfrm>
            <a:off x="609480" y="1604520"/>
            <a:ext cx="10972440" cy="3977280"/>
          </a:xfrm>
          <a:prstGeom prst="rect">
            <a:avLst/>
          </a:prstGeom>
        </p:spPr>
        <p:txBody>
          <a:bodyPr lIns="0" tIns="0" rIns="0" bIns="0" anchor="ctr">
            <a:noAutofit/>
          </a:bodyPr>
          <a:lstStyle/>
          <a:p>
            <a:pPr algn="ctr">
              <a:buNone/>
            </a:p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p:sp>
        <p:nvSpPr>
          <p:cNvPr id="42"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buNone/>
            </a:pPr>
          </a:p>
        </p:txBody>
      </p:sp>
      <p:sp>
        <p:nvSpPr>
          <p:cNvPr id="43" name="PlaceHolder 2"/>
          <p:cNvSpPr>
            <a:spLocks noGrp="1"/>
          </p:cNvSpPr>
          <p:nvPr>
            <p:ph type="body" idx="10"/>
          </p:nvPr>
        </p:nvSpPr>
        <p:spPr>
          <a:xfrm>
            <a:off x="609480" y="1604520"/>
            <a:ext cx="10972440" cy="3977280"/>
          </a:xfrm>
          <a:prstGeom prst="rect">
            <a:avLst/>
          </a:prstGeom>
        </p:spPr>
        <p:txBody>
          <a:bodyPr lIns="0" tIns="0" rIns="0" bIns="0">
            <a:normAutofit/>
          </a:body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p:sp>
        <p:nvSpPr>
          <p:cNvPr id="44"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buNone/>
            </a:pPr>
          </a:p>
        </p:txBody>
      </p:sp>
      <p:sp>
        <p:nvSpPr>
          <p:cNvPr id="45" name="PlaceHolder 2"/>
          <p:cNvSpPr>
            <a:spLocks noGrp="1"/>
          </p:cNvSpPr>
          <p:nvPr>
            <p:ph type="body" idx="10"/>
          </p:nvPr>
        </p:nvSpPr>
        <p:spPr>
          <a:xfrm>
            <a:off x="609480" y="1604520"/>
            <a:ext cx="5354280" cy="3977280"/>
          </a:xfrm>
          <a:prstGeom prst="rect">
            <a:avLst/>
          </a:prstGeom>
        </p:spPr>
        <p:txBody>
          <a:bodyPr lIns="0" tIns="0" rIns="0" bIns="0">
            <a:normAutofit/>
          </a:bodyPr>
          <a:lstStyle/>
          <a:p/>
        </p:txBody>
      </p:sp>
      <p:sp>
        <p:nvSpPr>
          <p:cNvPr id="46" name="PlaceHolder 3"/>
          <p:cNvSpPr>
            <a:spLocks noGrp="1"/>
          </p:cNvSpPr>
          <p:nvPr>
            <p:ph type="body" idx="20"/>
          </p:nvPr>
        </p:nvSpPr>
        <p:spPr>
          <a:xfrm>
            <a:off x="6231960" y="1604520"/>
            <a:ext cx="5354280" cy="3977280"/>
          </a:xfrm>
          <a:prstGeom prst="rect">
            <a:avLst/>
          </a:prstGeom>
        </p:spPr>
        <p:txBody>
          <a:bodyPr lIns="0" tIns="0" rIns="0" bIns="0">
            <a:normAutofit/>
          </a:body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p:sp>
        <p:nvSpPr>
          <p:cNvPr id="47"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buNone/>
            </a:p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entered Text">
    <p:spTree>
      <p:nvGrpSpPr>
        <p:cNvPr id="1" name=""/>
        <p:cNvGrpSpPr/>
        <p:nvPr/>
      </p:nvGrpSpPr>
      <p:grpSpPr/>
      <p:sp>
        <p:nvSpPr>
          <p:cNvPr id="48"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buNone/>
            </a:p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2 Content and Content">
    <p:spTree>
      <p:nvGrpSpPr>
        <p:cNvPr id="1" name=""/>
        <p:cNvGrpSpPr/>
        <p:nvPr/>
      </p:nvGrpSpPr>
      <p:grpSpPr/>
      <p:sp>
        <p:nvSpPr>
          <p:cNvPr id="49"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buNone/>
            </a:pPr>
          </a:p>
        </p:txBody>
      </p:sp>
      <p:sp>
        <p:nvSpPr>
          <p:cNvPr id="50" name="PlaceHolder 2"/>
          <p:cNvSpPr>
            <a:spLocks noGrp="1"/>
          </p:cNvSpPr>
          <p:nvPr>
            <p:ph type="body" idx="10"/>
          </p:nvPr>
        </p:nvSpPr>
        <p:spPr>
          <a:xfrm>
            <a:off x="609480" y="1604520"/>
            <a:ext cx="5354280" cy="1896840"/>
          </a:xfrm>
          <a:prstGeom prst="rect">
            <a:avLst/>
          </a:prstGeom>
        </p:spPr>
        <p:txBody>
          <a:bodyPr lIns="0" tIns="0" rIns="0" bIns="0">
            <a:normAutofit/>
          </a:bodyPr>
          <a:lstStyle/>
          <a:p/>
        </p:txBody>
      </p:sp>
      <p:sp>
        <p:nvSpPr>
          <p:cNvPr id="51" name="PlaceHolder 3"/>
          <p:cNvSpPr>
            <a:spLocks noGrp="1"/>
          </p:cNvSpPr>
          <p:nvPr>
            <p:ph type="body" idx="20"/>
          </p:nvPr>
        </p:nvSpPr>
        <p:spPr>
          <a:xfrm>
            <a:off x="6231960" y="1604520"/>
            <a:ext cx="5354280" cy="3977280"/>
          </a:xfrm>
          <a:prstGeom prst="rect">
            <a:avLst/>
          </a:prstGeom>
        </p:spPr>
        <p:txBody>
          <a:bodyPr lIns="0" tIns="0" rIns="0" bIns="0">
            <a:normAutofit/>
          </a:bodyPr>
          <a:lstStyle/>
          <a:p/>
        </p:txBody>
      </p:sp>
      <p:sp>
        <p:nvSpPr>
          <p:cNvPr id="52" name="PlaceHolder 4"/>
          <p:cNvSpPr>
            <a:spLocks noGrp="1"/>
          </p:cNvSpPr>
          <p:nvPr>
            <p:ph type="body" idx="30"/>
          </p:nvPr>
        </p:nvSpPr>
        <p:spPr>
          <a:xfrm>
            <a:off x="609480" y="3682080"/>
            <a:ext cx="5354280" cy="1896840"/>
          </a:xfrm>
          <a:prstGeom prst="rect">
            <a:avLst/>
          </a:prstGeom>
        </p:spPr>
        <p:txBody>
          <a:bodyPr lIns="0" tIns="0" rIns="0" bIns="0">
            <a:normAutofit/>
          </a:body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Content and 2 Content">
    <p:spTree>
      <p:nvGrpSpPr>
        <p:cNvPr id="1" name=""/>
        <p:cNvGrpSpPr/>
        <p:nvPr/>
      </p:nvGrpSpPr>
      <p:grpSpPr/>
      <p:sp>
        <p:nvSpPr>
          <p:cNvPr id="53"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buNone/>
            </a:pPr>
          </a:p>
        </p:txBody>
      </p:sp>
      <p:sp>
        <p:nvSpPr>
          <p:cNvPr id="54" name="PlaceHolder 2"/>
          <p:cNvSpPr>
            <a:spLocks noGrp="1"/>
          </p:cNvSpPr>
          <p:nvPr>
            <p:ph type="body" idx="10"/>
          </p:nvPr>
        </p:nvSpPr>
        <p:spPr>
          <a:xfrm>
            <a:off x="609480" y="1604520"/>
            <a:ext cx="5354280" cy="3977280"/>
          </a:xfrm>
          <a:prstGeom prst="rect">
            <a:avLst/>
          </a:prstGeom>
        </p:spPr>
        <p:txBody>
          <a:bodyPr lIns="0" tIns="0" rIns="0" bIns="0">
            <a:normAutofit/>
          </a:bodyPr>
          <a:lstStyle/>
          <a:p/>
        </p:txBody>
      </p:sp>
      <p:sp>
        <p:nvSpPr>
          <p:cNvPr id="55" name="PlaceHolder 3"/>
          <p:cNvSpPr>
            <a:spLocks noGrp="1"/>
          </p:cNvSpPr>
          <p:nvPr>
            <p:ph type="body" idx="20"/>
          </p:nvPr>
        </p:nvSpPr>
        <p:spPr>
          <a:xfrm>
            <a:off x="6231960" y="1604520"/>
            <a:ext cx="5354280" cy="1896840"/>
          </a:xfrm>
          <a:prstGeom prst="rect">
            <a:avLst/>
          </a:prstGeom>
        </p:spPr>
        <p:txBody>
          <a:bodyPr lIns="0" tIns="0" rIns="0" bIns="0">
            <a:normAutofit/>
          </a:bodyPr>
          <a:lstStyle/>
          <a:p/>
        </p:txBody>
      </p:sp>
      <p:sp>
        <p:nvSpPr>
          <p:cNvPr id="56" name="PlaceHolder 4"/>
          <p:cNvSpPr>
            <a:spLocks noGrp="1"/>
          </p:cNvSpPr>
          <p:nvPr>
            <p:ph type="body" idx="30"/>
          </p:nvPr>
        </p:nvSpPr>
        <p:spPr>
          <a:xfrm>
            <a:off x="6231960" y="3682080"/>
            <a:ext cx="5354280" cy="1896840"/>
          </a:xfrm>
          <a:prstGeom prst="rect">
            <a:avLst/>
          </a:prstGeom>
        </p:spPr>
        <p:txBody>
          <a:bodyPr lIns="0" tIns="0" rIns="0" bIns="0">
            <a:normAutofit/>
          </a:body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2 Content over Content">
    <p:spTree>
      <p:nvGrpSpPr>
        <p:cNvPr id="1" name=""/>
        <p:cNvGrpSpPr/>
        <p:nvPr/>
      </p:nvGrpSpPr>
      <p:grpSpPr/>
      <p:sp>
        <p:nvSpPr>
          <p:cNvPr id="57"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buNone/>
            </a:pPr>
          </a:p>
        </p:txBody>
      </p:sp>
      <p:sp>
        <p:nvSpPr>
          <p:cNvPr id="58" name="PlaceHolder 2"/>
          <p:cNvSpPr>
            <a:spLocks noGrp="1"/>
          </p:cNvSpPr>
          <p:nvPr>
            <p:ph type="body" idx="10"/>
          </p:nvPr>
        </p:nvSpPr>
        <p:spPr>
          <a:xfrm>
            <a:off x="609480" y="1604520"/>
            <a:ext cx="5354280" cy="1896840"/>
          </a:xfrm>
          <a:prstGeom prst="rect">
            <a:avLst/>
          </a:prstGeom>
        </p:spPr>
        <p:txBody>
          <a:bodyPr lIns="0" tIns="0" rIns="0" bIns="0">
            <a:normAutofit/>
          </a:bodyPr>
          <a:lstStyle/>
          <a:p/>
        </p:txBody>
      </p:sp>
      <p:sp>
        <p:nvSpPr>
          <p:cNvPr id="59" name="PlaceHolder 3"/>
          <p:cNvSpPr>
            <a:spLocks noGrp="1"/>
          </p:cNvSpPr>
          <p:nvPr>
            <p:ph type="body" idx="20"/>
          </p:nvPr>
        </p:nvSpPr>
        <p:spPr>
          <a:xfrm>
            <a:off x="6231960" y="1604520"/>
            <a:ext cx="5354280" cy="1896840"/>
          </a:xfrm>
          <a:prstGeom prst="rect">
            <a:avLst/>
          </a:prstGeom>
        </p:spPr>
        <p:txBody>
          <a:bodyPr lIns="0" tIns="0" rIns="0" bIns="0">
            <a:normAutofit/>
          </a:bodyPr>
          <a:lstStyle/>
          <a:p/>
        </p:txBody>
      </p:sp>
      <p:sp>
        <p:nvSpPr>
          <p:cNvPr id="60" name="PlaceHolder 4"/>
          <p:cNvSpPr>
            <a:spLocks noGrp="1"/>
          </p:cNvSpPr>
          <p:nvPr>
            <p:ph type="body" idx="30"/>
          </p:nvPr>
        </p:nvSpPr>
        <p:spPr>
          <a:xfrm>
            <a:off x="609480" y="3682080"/>
            <a:ext cx="10972440" cy="1896840"/>
          </a:xfrm>
          <a:prstGeom prst="rect">
            <a:avLst/>
          </a:prstGeom>
        </p:spPr>
        <p:txBody>
          <a:bodyPr lIns="0" tIns="0" rIns="0" bIns="0">
            <a:normAutofit/>
          </a:body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Content over Content">
    <p:spTree>
      <p:nvGrpSpPr>
        <p:cNvPr id="1" name=""/>
        <p:cNvGrpSpPr/>
        <p:nvPr/>
      </p:nvGrpSpPr>
      <p:grpSpPr/>
      <p:sp>
        <p:nvSpPr>
          <p:cNvPr id="61"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buNone/>
            </a:pPr>
          </a:p>
        </p:txBody>
      </p:sp>
      <p:sp>
        <p:nvSpPr>
          <p:cNvPr id="62" name="PlaceHolder 2"/>
          <p:cNvSpPr>
            <a:spLocks noGrp="1"/>
          </p:cNvSpPr>
          <p:nvPr>
            <p:ph type="body" idx="10"/>
          </p:nvPr>
        </p:nvSpPr>
        <p:spPr>
          <a:xfrm>
            <a:off x="609480" y="1604520"/>
            <a:ext cx="10972440" cy="1896840"/>
          </a:xfrm>
          <a:prstGeom prst="rect">
            <a:avLst/>
          </a:prstGeom>
        </p:spPr>
        <p:txBody>
          <a:bodyPr lIns="0" tIns="0" rIns="0" bIns="0">
            <a:normAutofit/>
          </a:bodyPr>
          <a:lstStyle/>
          <a:p/>
        </p:txBody>
      </p:sp>
      <p:sp>
        <p:nvSpPr>
          <p:cNvPr id="63" name="PlaceHolder 3"/>
          <p:cNvSpPr>
            <a:spLocks noGrp="1"/>
          </p:cNvSpPr>
          <p:nvPr>
            <p:ph type="body" idx="20"/>
          </p:nvPr>
        </p:nvSpPr>
        <p:spPr>
          <a:xfrm>
            <a:off x="609480" y="3682080"/>
            <a:ext cx="10972440" cy="1896840"/>
          </a:xfrm>
          <a:prstGeom prst="rect">
            <a:avLst/>
          </a:prstGeom>
        </p:spPr>
        <p:txBody>
          <a:bodyPr lIns="0" tIns="0" rIns="0" bIns="0">
            <a:normAutofit/>
          </a:body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4 Content">
    <p:spTree>
      <p:nvGrpSpPr>
        <p:cNvPr id="1" name=""/>
        <p:cNvGrpSpPr/>
        <p:nvPr/>
      </p:nvGrpSpPr>
      <p:grpSpPr/>
      <p:sp>
        <p:nvSpPr>
          <p:cNvPr id="64"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buNone/>
            </a:pPr>
          </a:p>
        </p:txBody>
      </p:sp>
      <p:sp>
        <p:nvSpPr>
          <p:cNvPr id="65" name="PlaceHolder 2"/>
          <p:cNvSpPr>
            <a:spLocks noGrp="1"/>
          </p:cNvSpPr>
          <p:nvPr>
            <p:ph type="body" idx="10"/>
          </p:nvPr>
        </p:nvSpPr>
        <p:spPr>
          <a:xfrm>
            <a:off x="609480" y="1604520"/>
            <a:ext cx="5354280" cy="1896840"/>
          </a:xfrm>
          <a:prstGeom prst="rect">
            <a:avLst/>
          </a:prstGeom>
        </p:spPr>
        <p:txBody>
          <a:bodyPr lIns="0" tIns="0" rIns="0" bIns="0">
            <a:normAutofit/>
          </a:bodyPr>
          <a:lstStyle/>
          <a:p/>
        </p:txBody>
      </p:sp>
      <p:sp>
        <p:nvSpPr>
          <p:cNvPr id="66" name="PlaceHolder 3"/>
          <p:cNvSpPr>
            <a:spLocks noGrp="1"/>
          </p:cNvSpPr>
          <p:nvPr>
            <p:ph type="body" idx="20"/>
          </p:nvPr>
        </p:nvSpPr>
        <p:spPr>
          <a:xfrm>
            <a:off x="6231960" y="1604520"/>
            <a:ext cx="5354280" cy="1896840"/>
          </a:xfrm>
          <a:prstGeom prst="rect">
            <a:avLst/>
          </a:prstGeom>
        </p:spPr>
        <p:txBody>
          <a:bodyPr lIns="0" tIns="0" rIns="0" bIns="0">
            <a:normAutofit/>
          </a:bodyPr>
          <a:lstStyle/>
          <a:p/>
        </p:txBody>
      </p:sp>
      <p:sp>
        <p:nvSpPr>
          <p:cNvPr id="67" name="PlaceHolder 4"/>
          <p:cNvSpPr>
            <a:spLocks noGrp="1"/>
          </p:cNvSpPr>
          <p:nvPr>
            <p:ph type="body" idx="30"/>
          </p:nvPr>
        </p:nvSpPr>
        <p:spPr>
          <a:xfrm>
            <a:off x="609480" y="3682080"/>
            <a:ext cx="5354280" cy="1896840"/>
          </a:xfrm>
          <a:prstGeom prst="rect">
            <a:avLst/>
          </a:prstGeom>
        </p:spPr>
        <p:txBody>
          <a:bodyPr lIns="0" tIns="0" rIns="0" bIns="0">
            <a:normAutofit/>
          </a:bodyPr>
          <a:lstStyle/>
          <a:p/>
        </p:txBody>
      </p:sp>
      <p:sp>
        <p:nvSpPr>
          <p:cNvPr id="68" name="PlaceHolder 5"/>
          <p:cNvSpPr>
            <a:spLocks noGrp="1"/>
          </p:cNvSpPr>
          <p:nvPr>
            <p:ph type="body" idx="40"/>
          </p:nvPr>
        </p:nvSpPr>
        <p:spPr>
          <a:xfrm>
            <a:off x="6231960" y="3682080"/>
            <a:ext cx="5354280" cy="1896840"/>
          </a:xfrm>
          <a:prstGeom prst="rect">
            <a:avLst/>
          </a:prstGeom>
        </p:spPr>
        <p:txBody>
          <a:bodyPr lIns="0" tIns="0" rIns="0" bIns="0">
            <a:normAutofit/>
          </a:body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p:sp>
        <p:nvSpPr>
          <p:cNvPr id="69"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buNone/>
            </a:pPr>
          </a:p>
        </p:txBody>
      </p:sp>
      <p:sp>
        <p:nvSpPr>
          <p:cNvPr id="70" name="PlaceHolder 2"/>
          <p:cNvSpPr>
            <a:spLocks noGrp="1"/>
          </p:cNvSpPr>
          <p:nvPr>
            <p:ph type="body" idx="10"/>
          </p:nvPr>
        </p:nvSpPr>
        <p:spPr>
          <a:xfrm>
            <a:off x="609480" y="1604520"/>
            <a:ext cx="3533040" cy="1896840"/>
          </a:xfrm>
          <a:prstGeom prst="rect">
            <a:avLst/>
          </a:prstGeom>
        </p:spPr>
        <p:txBody>
          <a:bodyPr lIns="0" tIns="0" rIns="0" bIns="0">
            <a:normAutofit/>
          </a:bodyPr>
          <a:lstStyle/>
          <a:p/>
        </p:txBody>
      </p:sp>
      <p:sp>
        <p:nvSpPr>
          <p:cNvPr id="71" name="PlaceHolder 3"/>
          <p:cNvSpPr>
            <a:spLocks noGrp="1"/>
          </p:cNvSpPr>
          <p:nvPr>
            <p:ph type="body" idx="20"/>
          </p:nvPr>
        </p:nvSpPr>
        <p:spPr>
          <a:xfrm>
            <a:off x="4319640" y="1604520"/>
            <a:ext cx="3533040" cy="1896840"/>
          </a:xfrm>
          <a:prstGeom prst="rect">
            <a:avLst/>
          </a:prstGeom>
        </p:spPr>
        <p:txBody>
          <a:bodyPr lIns="0" tIns="0" rIns="0" bIns="0">
            <a:normAutofit/>
          </a:bodyPr>
          <a:lstStyle/>
          <a:p/>
        </p:txBody>
      </p:sp>
      <p:sp>
        <p:nvSpPr>
          <p:cNvPr id="72" name="PlaceHolder 4"/>
          <p:cNvSpPr>
            <a:spLocks noGrp="1"/>
          </p:cNvSpPr>
          <p:nvPr>
            <p:ph type="body" idx="30"/>
          </p:nvPr>
        </p:nvSpPr>
        <p:spPr>
          <a:xfrm>
            <a:off x="8029800" y="1604520"/>
            <a:ext cx="3533040" cy="1896840"/>
          </a:xfrm>
          <a:prstGeom prst="rect">
            <a:avLst/>
          </a:prstGeom>
        </p:spPr>
        <p:txBody>
          <a:bodyPr lIns="0" tIns="0" rIns="0" bIns="0">
            <a:normAutofit/>
          </a:bodyPr>
          <a:lstStyle/>
          <a:p/>
        </p:txBody>
      </p:sp>
      <p:sp>
        <p:nvSpPr>
          <p:cNvPr id="73" name="PlaceHolder 5"/>
          <p:cNvSpPr>
            <a:spLocks noGrp="1"/>
          </p:cNvSpPr>
          <p:nvPr>
            <p:ph type="body" idx="40"/>
          </p:nvPr>
        </p:nvSpPr>
        <p:spPr>
          <a:xfrm>
            <a:off x="609480" y="3682080"/>
            <a:ext cx="3533040" cy="1896840"/>
          </a:xfrm>
          <a:prstGeom prst="rect">
            <a:avLst/>
          </a:prstGeom>
        </p:spPr>
        <p:txBody>
          <a:bodyPr lIns="0" tIns="0" rIns="0" bIns="0">
            <a:normAutofit/>
          </a:bodyPr>
          <a:lstStyle/>
          <a:p/>
        </p:txBody>
      </p:sp>
      <p:sp>
        <p:nvSpPr>
          <p:cNvPr id="74" name="PlaceHolder 6"/>
          <p:cNvSpPr>
            <a:spLocks noGrp="1"/>
          </p:cNvSpPr>
          <p:nvPr>
            <p:ph type="body" idx="50"/>
          </p:nvPr>
        </p:nvSpPr>
        <p:spPr>
          <a:xfrm>
            <a:off x="4319640" y="3682080"/>
            <a:ext cx="3533040" cy="1896840"/>
          </a:xfrm>
          <a:prstGeom prst="rect">
            <a:avLst/>
          </a:prstGeom>
        </p:spPr>
        <p:txBody>
          <a:bodyPr lIns="0" tIns="0" rIns="0" bIns="0">
            <a:normAutofit/>
          </a:bodyPr>
          <a:lstStyle/>
          <a:p/>
        </p:txBody>
      </p:sp>
      <p:sp>
        <p:nvSpPr>
          <p:cNvPr id="75" name="PlaceHolder 7"/>
          <p:cNvSpPr>
            <a:spLocks noGrp="1"/>
          </p:cNvSpPr>
          <p:nvPr>
            <p:ph type="body" idx="60"/>
          </p:nvPr>
        </p:nvSpPr>
        <p:spPr>
          <a:xfrm>
            <a:off x="8029800" y="3682080"/>
            <a:ext cx="3533040" cy="1896840"/>
          </a:xfrm>
          <a:prstGeom prst="rect">
            <a:avLst/>
          </a:prstGeom>
        </p:spPr>
        <p:txBody>
          <a:bodyPr lIns="0" tIns="0" rIns="0" bIns="0">
            <a:normAutofit/>
          </a:bodyPr>
          <a:lstStyle/>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3" Type="http://schemas.openxmlformats.org/officeDocument/2006/relationships/theme" Target="../theme/theme2.xml"/><Relationship Id="rId12" Type="http://schemas.openxmlformats.org/officeDocument/2006/relationships/slideLayout" Target="../slideLayouts/slideLayout24.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3" name="PlaceHolder 1"/>
          <p:cNvSpPr>
            <a:spLocks noGrp="1"/>
          </p:cNvSpPr>
          <p:nvPr>
            <p:ph type="title"/>
          </p:nvPr>
        </p:nvSpPr>
        <p:spPr>
          <a:xfrm>
            <a:off x="609480" y="273600"/>
            <a:ext cx="10972080" cy="1144440"/>
          </a:xfrm>
          <a:prstGeom prst="rect">
            <a:avLst/>
          </a:prstGeom>
        </p:spPr>
        <p:txBody>
          <a:bodyPr lIns="0" tIns="0" rIns="0" bIns="0" anchor="ctr">
            <a:noAutofit/>
          </a:bodyPr>
          <a:lstStyle/>
          <a:p>
            <a:r>
              <a:rPr sz="1800" b="0">
                <a:latin typeface="Arial" panose="020B0604020202020204"/>
                <a:ea typeface="Arial" panose="020B0604020202020204"/>
                <a:cs typeface="Arial" panose="020B0604020202020204"/>
              </a:rPr>
              <a:t>点击鼠标编辑标题文字格式</a:t>
            </a:r>
            <a:endParaRPr sz="1800" b="0">
              <a:latin typeface="Arial" panose="020B0604020202020204"/>
              <a:ea typeface="Arial" panose="020B0604020202020204"/>
              <a:cs typeface="Arial" panose="020B0604020202020204"/>
            </a:endParaRPr>
          </a:p>
        </p:txBody>
      </p:sp>
      <p:sp>
        <p:nvSpPr>
          <p:cNvPr id="2" name="PlaceHolder 2"/>
          <p:cNvSpPr>
            <a:spLocks noGrp="1"/>
          </p:cNvSpPr>
          <p:nvPr>
            <p:ph type="body" idx="10"/>
          </p:nvPr>
        </p:nvSpPr>
        <p:spPr>
          <a:xfrm>
            <a:off x="609480" y="1604520"/>
            <a:ext cx="10972080" cy="3976920"/>
          </a:xfrm>
          <a:prstGeom prst="rect">
            <a:avLst/>
          </a:prstGeom>
        </p:spPr>
        <p:txBody>
          <a:bodyPr lIns="0" tIns="0" rIns="0" bIns="0">
            <a:normAutofit/>
          </a:bodyPr>
          <a:lstStyle/>
          <a:p>
            <a:pPr marL="431800" indent="-323850">
              <a:spcBef>
                <a:spcPts val="1415"/>
              </a:spcBef>
              <a:buClr>
                <a:srgbClr val="000000"/>
              </a:buClr>
              <a:buSzPct val="45000"/>
              <a:buFont typeface="Wingdings" panose="05000000000000000000"/>
              <a:buChar char=""/>
            </a:pPr>
            <a:r>
              <a:rPr sz="1800" b="0">
                <a:latin typeface="Arial" panose="020B0604020202020204"/>
                <a:ea typeface="Arial" panose="020B0604020202020204"/>
                <a:cs typeface="Arial" panose="020B0604020202020204"/>
              </a:rPr>
              <a:t>点击鼠标编辑大纲文字格式</a:t>
            </a:r>
            <a:endParaRPr sz="1800" b="0">
              <a:latin typeface="Arial" panose="020B0604020202020204"/>
              <a:ea typeface="Arial" panose="020B0604020202020204"/>
              <a:cs typeface="Arial" panose="020B0604020202020204"/>
            </a:endParaRPr>
          </a:p>
          <a:p>
            <a:pPr marL="864235" lvl="1" indent="-323850">
              <a:spcBef>
                <a:spcPts val="1135"/>
              </a:spcBef>
              <a:buClr>
                <a:srgbClr val="000000"/>
              </a:buClr>
              <a:buSzPct val="75000"/>
              <a:buFont typeface="Symbol" panose="05050102010706020507"/>
              <a:buChar char=""/>
            </a:pPr>
            <a:r>
              <a:rPr sz="1800" b="0">
                <a:latin typeface="Arial" panose="020B0604020202020204"/>
                <a:ea typeface="Arial" panose="020B0604020202020204"/>
                <a:cs typeface="Arial" panose="020B0604020202020204"/>
              </a:rPr>
              <a:t>第二个大纲级</a:t>
            </a:r>
            <a:endParaRPr sz="1800" b="0">
              <a:latin typeface="Arial" panose="020B0604020202020204"/>
              <a:ea typeface="Arial" panose="020B0604020202020204"/>
              <a:cs typeface="Arial" panose="020B0604020202020204"/>
            </a:endParaRPr>
          </a:p>
          <a:p>
            <a:pPr marL="1296035" lvl="2" indent="-288290">
              <a:spcBef>
                <a:spcPts val="850"/>
              </a:spcBef>
              <a:buClr>
                <a:srgbClr val="000000"/>
              </a:buClr>
              <a:buSzPct val="45000"/>
              <a:buFont typeface="Wingdings" panose="05000000000000000000"/>
              <a:buChar char=""/>
            </a:pPr>
            <a:r>
              <a:rPr sz="1800" b="0">
                <a:latin typeface="Arial" panose="020B0604020202020204"/>
                <a:ea typeface="Arial" panose="020B0604020202020204"/>
                <a:cs typeface="Arial" panose="020B0604020202020204"/>
              </a:rPr>
              <a:t>第三大纲级别</a:t>
            </a:r>
            <a:endParaRPr sz="1800" b="0">
              <a:latin typeface="Arial" panose="020B0604020202020204"/>
              <a:ea typeface="Arial" panose="020B0604020202020204"/>
              <a:cs typeface="Arial" panose="020B0604020202020204"/>
            </a:endParaRPr>
          </a:p>
          <a:p>
            <a:pPr marL="1727835" lvl="3" indent="-215900">
              <a:spcBef>
                <a:spcPts val="565"/>
              </a:spcBef>
              <a:buClr>
                <a:srgbClr val="000000"/>
              </a:buClr>
              <a:buSzPct val="75000"/>
              <a:buFont typeface="Symbol" panose="05050102010706020507"/>
              <a:buChar char=""/>
            </a:pPr>
            <a:r>
              <a:rPr sz="1800" b="0">
                <a:latin typeface="Arial" panose="020B0604020202020204"/>
                <a:ea typeface="Arial" panose="020B0604020202020204"/>
                <a:cs typeface="Arial" panose="020B0604020202020204"/>
              </a:rPr>
              <a:t>第四大纲级别</a:t>
            </a:r>
            <a:endParaRPr sz="1800" b="0">
              <a:latin typeface="Arial" panose="020B0604020202020204"/>
              <a:ea typeface="Arial" panose="020B0604020202020204"/>
              <a:cs typeface="Arial" panose="020B0604020202020204"/>
            </a:endParaRPr>
          </a:p>
          <a:p>
            <a:pPr marL="2160270" lvl="4" indent="-215900">
              <a:spcBef>
                <a:spcPts val="285"/>
              </a:spcBef>
              <a:buClr>
                <a:srgbClr val="000000"/>
              </a:buClr>
              <a:buSzPct val="45000"/>
              <a:buFont typeface="Wingdings" panose="05000000000000000000"/>
              <a:buChar char=""/>
            </a:pPr>
            <a:r>
              <a:rPr sz="1800" b="0">
                <a:latin typeface="Arial" panose="020B0604020202020204"/>
                <a:ea typeface="Arial" panose="020B0604020202020204"/>
                <a:cs typeface="Arial" panose="020B0604020202020204"/>
              </a:rPr>
              <a:t>第五大纲级别</a:t>
            </a:r>
            <a:endParaRPr sz="1800" b="0">
              <a:latin typeface="Arial" panose="020B0604020202020204"/>
              <a:ea typeface="Arial" panose="020B0604020202020204"/>
              <a:cs typeface="Arial" panose="020B0604020202020204"/>
            </a:endParaRPr>
          </a:p>
          <a:p>
            <a:pPr marL="2592070" lvl="5" indent="-215900">
              <a:spcBef>
                <a:spcPts val="285"/>
              </a:spcBef>
              <a:buClr>
                <a:srgbClr val="000000"/>
              </a:buClr>
              <a:buSzPct val="45000"/>
              <a:buFont typeface="Wingdings" panose="05000000000000000000"/>
              <a:buChar char=""/>
            </a:pPr>
            <a:r>
              <a:rPr sz="1800" b="0">
                <a:latin typeface="Arial" panose="020B0604020202020204"/>
                <a:ea typeface="Arial" panose="020B0604020202020204"/>
                <a:cs typeface="Arial" panose="020B0604020202020204"/>
              </a:rPr>
              <a:t>第六大纲级别</a:t>
            </a:r>
            <a:endParaRPr sz="1800" b="0">
              <a:latin typeface="Arial" panose="020B0604020202020204"/>
              <a:ea typeface="Arial" panose="020B0604020202020204"/>
              <a:cs typeface="Arial" panose="020B0604020202020204"/>
            </a:endParaRPr>
          </a:p>
          <a:p>
            <a:pPr marL="3023870" lvl="6" indent="-215900">
              <a:spcBef>
                <a:spcPts val="285"/>
              </a:spcBef>
              <a:buClr>
                <a:srgbClr val="000000"/>
              </a:buClr>
              <a:buSzPct val="45000"/>
              <a:buFont typeface="Wingdings" panose="05000000000000000000"/>
              <a:buChar char=""/>
            </a:pPr>
            <a:r>
              <a:rPr sz="1800" b="0">
                <a:latin typeface="Arial" panose="020B0604020202020204"/>
                <a:ea typeface="Arial" panose="020B0604020202020204"/>
                <a:cs typeface="Arial" panose="020B0604020202020204"/>
              </a:rPr>
              <a:t>第七大纲级别</a:t>
            </a:r>
            <a:endParaRPr sz="1800" b="0">
              <a:latin typeface="Arial" panose="020B0604020202020204"/>
              <a:ea typeface="Arial" panose="020B0604020202020204"/>
              <a:cs typeface="Arial" panose="020B0604020202020204"/>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p:bodyStyle/>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38"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buNone/>
            </a:pPr>
            <a:r>
              <a:rPr sz="4400" b="0">
                <a:latin typeface="Arial" panose="020B0604020202020204"/>
                <a:ea typeface="Arial" panose="020B0604020202020204"/>
                <a:cs typeface="Arial" panose="020B0604020202020204"/>
              </a:rPr>
              <a:t>点击鼠标编辑标题文字格式</a:t>
            </a:r>
            <a:endParaRPr sz="4400" b="0">
              <a:latin typeface="Arial" panose="020B0604020202020204"/>
              <a:ea typeface="Arial" panose="020B0604020202020204"/>
              <a:cs typeface="Arial" panose="020B0604020202020204"/>
            </a:endParaRPr>
          </a:p>
        </p:txBody>
      </p:sp>
      <p:sp>
        <p:nvSpPr>
          <p:cNvPr id="39" name="PlaceHolder 2"/>
          <p:cNvSpPr>
            <a:spLocks noGrp="1"/>
          </p:cNvSpPr>
          <p:nvPr>
            <p:ph type="body" idx="10"/>
          </p:nvPr>
        </p:nvSpPr>
        <p:spPr>
          <a:xfrm>
            <a:off x="609480" y="1604520"/>
            <a:ext cx="10972440" cy="3977280"/>
          </a:xfrm>
          <a:prstGeom prst="rect">
            <a:avLst/>
          </a:prstGeom>
        </p:spPr>
        <p:txBody>
          <a:bodyPr lIns="0" tIns="0" rIns="0" bIns="0">
            <a:normAutofit/>
          </a:bodyPr>
          <a:lstStyle/>
          <a:p>
            <a:pPr marL="431800" indent="-323850">
              <a:spcBef>
                <a:spcPts val="1415"/>
              </a:spcBef>
              <a:buClr>
                <a:srgbClr val="000000"/>
              </a:buClr>
              <a:buSzPct val="45000"/>
              <a:buFont typeface="Wingdings" panose="05000000000000000000"/>
              <a:buChar char=""/>
            </a:pPr>
            <a:r>
              <a:rPr sz="3200" b="0">
                <a:latin typeface="Arial" panose="020B0604020202020204"/>
                <a:ea typeface="Arial" panose="020B0604020202020204"/>
                <a:cs typeface="Arial" panose="020B0604020202020204"/>
              </a:rPr>
              <a:t>点击鼠标编辑大纲文字格式</a:t>
            </a:r>
            <a:endParaRPr sz="3200" b="0">
              <a:latin typeface="Arial" panose="020B0604020202020204"/>
              <a:ea typeface="Arial" panose="020B0604020202020204"/>
              <a:cs typeface="Arial" panose="020B0604020202020204"/>
            </a:endParaRPr>
          </a:p>
          <a:p>
            <a:pPr marL="864235" lvl="1" indent="-323850">
              <a:spcBef>
                <a:spcPts val="1135"/>
              </a:spcBef>
              <a:buClr>
                <a:srgbClr val="000000"/>
              </a:buClr>
              <a:buSzPct val="75000"/>
              <a:buFont typeface="Symbol" panose="05050102010706020507"/>
              <a:buChar char=""/>
            </a:pPr>
            <a:r>
              <a:rPr sz="2800" b="0">
                <a:latin typeface="Arial" panose="020B0604020202020204"/>
                <a:ea typeface="Arial" panose="020B0604020202020204"/>
                <a:cs typeface="Arial" panose="020B0604020202020204"/>
              </a:rPr>
              <a:t>第二个大纲级</a:t>
            </a:r>
            <a:endParaRPr sz="2800" b="0">
              <a:latin typeface="Arial" panose="020B0604020202020204"/>
              <a:ea typeface="Arial" panose="020B0604020202020204"/>
              <a:cs typeface="Arial" panose="020B0604020202020204"/>
            </a:endParaRPr>
          </a:p>
          <a:p>
            <a:pPr marL="1296035" lvl="2" indent="-288290">
              <a:spcBef>
                <a:spcPts val="850"/>
              </a:spcBef>
              <a:buClr>
                <a:srgbClr val="000000"/>
              </a:buClr>
              <a:buSzPct val="45000"/>
              <a:buFont typeface="Wingdings" panose="05000000000000000000"/>
              <a:buChar char=""/>
            </a:pPr>
            <a:r>
              <a:rPr sz="2400" b="0">
                <a:latin typeface="Arial" panose="020B0604020202020204"/>
                <a:ea typeface="Arial" panose="020B0604020202020204"/>
                <a:cs typeface="Arial" panose="020B0604020202020204"/>
              </a:rPr>
              <a:t>第三大纲级别</a:t>
            </a:r>
            <a:endParaRPr sz="2400" b="0">
              <a:latin typeface="Arial" panose="020B0604020202020204"/>
              <a:ea typeface="Arial" panose="020B0604020202020204"/>
              <a:cs typeface="Arial" panose="020B0604020202020204"/>
            </a:endParaRPr>
          </a:p>
          <a:p>
            <a:pPr marL="1727835" lvl="3" indent="-215900">
              <a:spcBef>
                <a:spcPts val="565"/>
              </a:spcBef>
              <a:buClr>
                <a:srgbClr val="000000"/>
              </a:buClr>
              <a:buSzPct val="75000"/>
              <a:buFont typeface="Symbol" panose="05050102010706020507"/>
              <a:buChar char=""/>
            </a:pPr>
            <a:r>
              <a:rPr sz="2000" b="0">
                <a:latin typeface="Arial" panose="020B0604020202020204"/>
                <a:ea typeface="Arial" panose="020B0604020202020204"/>
                <a:cs typeface="Arial" panose="020B0604020202020204"/>
              </a:rPr>
              <a:t>第四大纲级别</a:t>
            </a:r>
            <a:endParaRPr sz="2000" b="0">
              <a:latin typeface="Arial" panose="020B0604020202020204"/>
              <a:ea typeface="Arial" panose="020B0604020202020204"/>
              <a:cs typeface="Arial" panose="020B0604020202020204"/>
            </a:endParaRPr>
          </a:p>
          <a:p>
            <a:pPr marL="2160270" lvl="4" indent="-215900">
              <a:spcBef>
                <a:spcPts val="285"/>
              </a:spcBef>
              <a:buClr>
                <a:srgbClr val="000000"/>
              </a:buClr>
              <a:buSzPct val="45000"/>
              <a:buFont typeface="Wingdings" panose="05000000000000000000"/>
              <a:buChar char=""/>
            </a:pPr>
            <a:r>
              <a:rPr sz="2000" b="0">
                <a:latin typeface="Arial" panose="020B0604020202020204"/>
                <a:ea typeface="Arial" panose="020B0604020202020204"/>
                <a:cs typeface="Arial" panose="020B0604020202020204"/>
              </a:rPr>
              <a:t>第五大纲级别</a:t>
            </a:r>
            <a:endParaRPr sz="2000" b="0">
              <a:latin typeface="Arial" panose="020B0604020202020204"/>
              <a:ea typeface="Arial" panose="020B0604020202020204"/>
              <a:cs typeface="Arial" panose="020B0604020202020204"/>
            </a:endParaRPr>
          </a:p>
          <a:p>
            <a:pPr marL="2592070" lvl="5" indent="-215900">
              <a:spcBef>
                <a:spcPts val="285"/>
              </a:spcBef>
              <a:buClr>
                <a:srgbClr val="000000"/>
              </a:buClr>
              <a:buSzPct val="45000"/>
              <a:buFont typeface="Wingdings" panose="05000000000000000000"/>
              <a:buChar char=""/>
            </a:pPr>
            <a:r>
              <a:rPr sz="2000" b="0">
                <a:latin typeface="Arial" panose="020B0604020202020204"/>
                <a:ea typeface="Arial" panose="020B0604020202020204"/>
                <a:cs typeface="Arial" panose="020B0604020202020204"/>
              </a:rPr>
              <a:t>第六大纲级别</a:t>
            </a:r>
            <a:endParaRPr sz="2000" b="0">
              <a:latin typeface="Arial" panose="020B0604020202020204"/>
              <a:ea typeface="Arial" panose="020B0604020202020204"/>
              <a:cs typeface="Arial" panose="020B0604020202020204"/>
            </a:endParaRPr>
          </a:p>
          <a:p>
            <a:pPr marL="3023870" lvl="6" indent="-215900">
              <a:spcBef>
                <a:spcPts val="285"/>
              </a:spcBef>
              <a:buClr>
                <a:srgbClr val="000000"/>
              </a:buClr>
              <a:buSzPct val="45000"/>
              <a:buFont typeface="Wingdings" panose="05000000000000000000"/>
              <a:buChar char=""/>
            </a:pPr>
            <a:r>
              <a:rPr sz="2000" b="0">
                <a:latin typeface="Arial" panose="020B0604020202020204"/>
                <a:ea typeface="Arial" panose="020B0604020202020204"/>
                <a:cs typeface="Arial" panose="020B0604020202020204"/>
              </a:rPr>
              <a:t>第七大纲级别</a:t>
            </a:r>
            <a:endParaRPr sz="2000" b="0">
              <a:latin typeface="Arial" panose="020B0604020202020204"/>
              <a:ea typeface="Arial" panose="020B0604020202020204"/>
              <a:cs typeface="Arial" panose="020B0604020202020204"/>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p:bodyStyle/>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4.xml"/><Relationship Id="rId2" Type="http://schemas.openxmlformats.org/officeDocument/2006/relationships/image" Target="../media/image4.png"/><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4.xml"/><Relationship Id="rId2" Type="http://schemas.openxmlformats.org/officeDocument/2006/relationships/image" Target="../media/image5.jpeg"/><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3.xml"/><Relationship Id="rId2" Type="http://schemas.openxmlformats.org/officeDocument/2006/relationships/image" Target="../media/image6.png"/><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3.xml"/><Relationship Id="rId2" Type="http://schemas.openxmlformats.org/officeDocument/2006/relationships/image" Target="../media/image8.jpeg"/><Relationship Id="rId1" Type="http://schemas.openxmlformats.org/officeDocument/2006/relationships/image" Target="../media/image7.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3.xml"/><Relationship Id="rId2" Type="http://schemas.openxmlformats.org/officeDocument/2006/relationships/image" Target="../media/image9.jpeg"/><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3.xml"/><Relationship Id="rId2" Type="http://schemas.openxmlformats.org/officeDocument/2006/relationships/image" Target="../media/image11.png"/><Relationship Id="rId1"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3.xml"/><Relationship Id="rId1"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0">
          <a:blip r:embed="rId1"/>
          <a:stretch>
            <a:fillRect/>
          </a:stretch>
        </a:blipFill>
        <a:effectLst/>
      </p:bgPr>
    </p:bg>
    <p:spTree>
      <p:nvGrpSpPr>
        <p:cNvPr id="1" name=""/>
        <p:cNvGrpSpPr/>
        <p:nvPr/>
      </p:nvGrpSpPr>
      <p:grpSpPr/>
      <p:sp>
        <p:nvSpPr>
          <p:cNvPr id="6" name="CustomShape 1"/>
          <p:cNvSpPr>
            <a:spLocks noGrp="1"/>
          </p:cNvSpPr>
          <p:nvPr/>
        </p:nvSpPr>
        <p:spPr>
          <a:xfrm>
            <a:off x="8937720" y="5286293"/>
            <a:ext cx="2705040" cy="704215"/>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spAutoFit/>
          </a:bodyPr>
          <a:lstStyle/>
          <a:p>
            <a:pPr>
              <a:lnSpc>
                <a:spcPct val="100000"/>
              </a:lnSpc>
              <a:buNone/>
              <a:tabLst>
                <a:tab pos="0" algn="l"/>
              </a:tabLst>
            </a:pPr>
            <a:r>
              <a:rPr sz="2000" b="0">
                <a:solidFill>
                  <a:srgbClr val="000000"/>
                </a:solidFill>
                <a:latin typeface="宋体" panose="02010600030101010101" pitchFamily="2" charset="-122"/>
                <a:ea typeface="宋体" panose="02010600030101010101" pitchFamily="2" charset="-122"/>
                <a:cs typeface="宋体" panose="02010600030101010101" pitchFamily="2" charset="-122"/>
              </a:rPr>
              <a:t>汇报人：</a:t>
            </a:r>
            <a:r>
              <a:rPr lang="zh-CN" sz="2000" b="0">
                <a:solidFill>
                  <a:srgbClr val="000000"/>
                </a:solidFill>
                <a:latin typeface="宋体" panose="02010600030101010101" pitchFamily="2" charset="-122"/>
                <a:ea typeface="宋体" panose="02010600030101010101" pitchFamily="2" charset="-122"/>
                <a:cs typeface="宋体" panose="02010600030101010101" pitchFamily="2" charset="-122"/>
              </a:rPr>
              <a:t>陈浩升</a:t>
            </a:r>
            <a:endParaRPr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p>
            <a:pPr>
              <a:lnSpc>
                <a:spcPct val="100000"/>
              </a:lnSpc>
              <a:buNone/>
              <a:tabLst>
                <a:tab pos="0" algn="l"/>
              </a:tabLst>
            </a:pPr>
            <a:r>
              <a:rPr sz="2000" b="0">
                <a:solidFill>
                  <a:srgbClr val="000000"/>
                </a:solidFill>
                <a:latin typeface="宋体" panose="02010600030101010101" pitchFamily="2" charset="-122"/>
                <a:ea typeface="宋体" panose="02010600030101010101" pitchFamily="2" charset="-122"/>
                <a:cs typeface="宋体" panose="02010600030101010101" pitchFamily="2" charset="-122"/>
              </a:rPr>
              <a:t>日期：2026-07-2</a:t>
            </a: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7</a:t>
            </a:r>
            <a:endParaRPr 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p:txBody>
      </p:sp>
      <p:sp>
        <p:nvSpPr>
          <p:cNvPr id="2" name="CustomShape 2"/>
          <p:cNvSpPr/>
          <p:nvPr/>
        </p:nvSpPr>
        <p:spPr>
          <a:xfrm>
            <a:off x="850070" y="558286"/>
            <a:ext cx="10792690" cy="1688344"/>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noAutofit/>
          </a:bodyPr>
          <a:lstStyle/>
          <a:p>
            <a:pPr algn="ctr">
              <a:lnSpc>
                <a:spcPct val="100000"/>
              </a:lnSpc>
              <a:buNone/>
            </a:pPr>
            <a:r>
              <a:rPr lang="en-US" altLang="zh-CN" sz="3200">
                <a:sym typeface="+mn-ea"/>
              </a:rPr>
              <a:t>Automated mitral valve segmentation in PLAX-view transthoracic echocardiography </a:t>
            </a:r>
            <a:endParaRPr lang="en-US" altLang="zh-CN" sz="3200"/>
          </a:p>
          <a:p>
            <a:pPr algn="ctr">
              <a:lnSpc>
                <a:spcPct val="100000"/>
              </a:lnSpc>
              <a:buNone/>
            </a:pPr>
            <a:r>
              <a:rPr lang="en-US" altLang="zh-CN" sz="3200">
                <a:sym typeface="+mn-ea"/>
              </a:rPr>
              <a:t>for anatomical assessment and risk stratification</a:t>
            </a:r>
            <a:endParaRPr lang="en-US" altLang="zh-CN" sz="3200"/>
          </a:p>
          <a:p>
            <a:pPr algn="ctr">
              <a:lnSpc>
                <a:spcPct val="100000"/>
              </a:lnSpc>
            </a:pPr>
            <a:endParaRPr lang="en-US" altLang="zh-CN" sz="2400" spc="-1" dirty="0">
              <a:solidFill>
                <a:srgbClr val="000000"/>
              </a:solidFill>
            </a:endParaRPr>
          </a:p>
          <a:p>
            <a:pPr algn="ctr">
              <a:lnSpc>
                <a:spcPct val="100000"/>
              </a:lnSpc>
              <a:buNone/>
            </a:pPr>
            <a:r>
              <a:rPr sz="2400">
                <a:solidFill>
                  <a:srgbClr val="000000"/>
                </a:solidFill>
                <a:sym typeface="+mn-ea"/>
              </a:rPr>
              <a:t>经胸超声心动图胸骨旁长轴切面中二尖瓣的自动分割</a:t>
            </a:r>
            <a:endParaRPr sz="2400">
              <a:solidFill>
                <a:srgbClr val="000000"/>
              </a:solidFill>
            </a:endParaRPr>
          </a:p>
          <a:p>
            <a:pPr algn="ctr">
              <a:buNone/>
            </a:pPr>
            <a:r>
              <a:rPr sz="2400">
                <a:solidFill>
                  <a:srgbClr val="000000"/>
                </a:solidFill>
                <a:sym typeface="+mn-ea"/>
              </a:rPr>
              <a:t>用于解剖学评估和风险分层</a:t>
            </a:r>
            <a:endParaRPr lang="en-US" altLang="zh-CN" sz="3200" b="0" strike="noStrike" spc="-1" dirty="0">
              <a:solidFill>
                <a:srgbClr val="000000"/>
              </a:solidFill>
              <a:latin typeface="Arial" panose="020B0604020202020204"/>
              <a:ea typeface="DejaVu Sans" panose="020B060303080402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0">
          <a:blip r:embed="rId1"/>
          <a:stretch>
            <a:fillRect/>
          </a:stretch>
        </a:blipFill>
        <a:effectLst/>
      </p:bgPr>
    </p:bg>
    <p:spTree>
      <p:nvGrpSpPr>
        <p:cNvPr id="1" name=""/>
        <p:cNvGrpSpPr/>
        <p:nvPr/>
      </p:nvGrpSpPr>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0">
          <a:blip r:embed="rId1"/>
          <a:stretch>
            <a:fillRect/>
          </a:stretch>
        </a:blipFill>
        <a:effectLst/>
      </p:bgPr>
    </p:bg>
    <p:spTree>
      <p:nvGrpSpPr>
        <p:cNvPr id="1" name=""/>
        <p:cNvGrpSpPr/>
        <p:nvPr/>
      </p:nvGrpSpPr>
      <p:grpSpPr/>
      <p:sp>
        <p:nvSpPr>
          <p:cNvPr id="3" name="文本框 2"/>
          <p:cNvSpPr>
            <a:spLocks noGrp="1"/>
          </p:cNvSpPr>
          <p:nvPr/>
        </p:nvSpPr>
        <p:spPr>
          <a:xfrm>
            <a:off x="4514803" y="797726"/>
            <a:ext cx="2899981" cy="584775"/>
          </a:xfrm>
          <a:prstGeom prst="rect">
            <a:avLst/>
          </a:prstGeom>
          <a:noFill/>
        </p:spPr>
        <p:txBody>
          <a:bodyPr wrap="square">
            <a:spAutoFit/>
          </a:bodyPr>
          <a:lst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r>
              <a:rPr sz="3200">
                <a:solidFill>
                  <a:srgbClr val="000000"/>
                </a:solidFill>
                <a:latin typeface="+mn-ea"/>
                <a:ea typeface="+mn-ea"/>
                <a:cs typeface="+mn-ea"/>
              </a:rPr>
              <a:t>研究贡献</a:t>
            </a:r>
            <a:endParaRPr sz="3200">
              <a:solidFill>
                <a:srgbClr val="000000"/>
              </a:solidFill>
              <a:latin typeface="+mn-ea"/>
              <a:ea typeface="+mn-ea"/>
              <a:cs typeface="+mn-ea"/>
            </a:endParaRPr>
          </a:p>
        </p:txBody>
      </p:sp>
      <p:sp>
        <p:nvSpPr>
          <p:cNvPr id="10" name="文本框 9"/>
          <p:cNvSpPr>
            <a:spLocks noGrp="1"/>
          </p:cNvSpPr>
          <p:nvPr/>
        </p:nvSpPr>
        <p:spPr>
          <a:xfrm>
            <a:off x="1041568" y="1615908"/>
            <a:ext cx="9846453" cy="3781548"/>
          </a:xfrm>
          <a:prstGeom prst="rect">
            <a:avLst/>
          </a:prstGeom>
          <a:noFill/>
        </p:spPr>
        <p:txBody>
          <a:bodyPr wrap="square">
            <a:spAutoFit/>
          </a:bodyPr>
          <a:lstStyle/>
          <a:p>
            <a:pPr>
              <a:lnSpc>
                <a:spcPct val="150000"/>
              </a:lnSpc>
              <a:buNone/>
            </a:pPr>
            <a:r>
              <a:rPr sz="1800">
                <a:latin typeface="+mn-ea"/>
                <a:ea typeface="+mn-ea"/>
                <a:cs typeface="+mn-ea"/>
              </a:rPr>
              <a:t>1. 将二尖瓣瓣叶建模为细线结构，而非厚区域分割。</a:t>
            </a:r>
            <a:endParaRPr sz="1800">
              <a:latin typeface="+mn-ea"/>
              <a:ea typeface="+mn-ea"/>
              <a:cs typeface="+mn-ea"/>
            </a:endParaRPr>
          </a:p>
          <a:p>
            <a:pPr>
              <a:lnSpc>
                <a:spcPct val="150000"/>
              </a:lnSpc>
              <a:buNone/>
            </a:pPr>
          </a:p>
          <a:p>
            <a:pPr>
              <a:lnSpc>
                <a:spcPct val="150000"/>
              </a:lnSpc>
              <a:buNone/>
            </a:pPr>
            <a:r>
              <a:rPr>
                <a:latin typeface="+mn-ea"/>
                <a:ea typeface="+mn-ea"/>
                <a:cs typeface="+mn-ea"/>
              </a:rPr>
              <a:t>2. 以分类图 + 对数距离图双输出，缓解稀疏标签和定位困难。</a:t>
            </a:r>
            <a:endParaRPr>
              <a:latin typeface="+mn-ea"/>
              <a:ea typeface="+mn-ea"/>
              <a:cs typeface="+mn-ea"/>
            </a:endParaRPr>
          </a:p>
          <a:p>
            <a:pPr>
              <a:lnSpc>
                <a:spcPct val="150000"/>
              </a:lnSpc>
              <a:buNone/>
            </a:pPr>
          </a:p>
          <a:p>
            <a:pPr>
              <a:lnSpc>
                <a:spcPct val="150000"/>
              </a:lnSpc>
              <a:buNone/>
            </a:pPr>
            <a:r>
              <a:rPr>
                <a:latin typeface="+mn-ea"/>
                <a:ea typeface="+mn-ea"/>
                <a:cs typeface="+mn-ea"/>
              </a:rPr>
              <a:t>3. 由分割曲线自动提取瓣叶长度、瓣环直径、帐篷相关指标及对合长度。</a:t>
            </a:r>
            <a:endParaRPr>
              <a:latin typeface="+mn-ea"/>
              <a:ea typeface="+mn-ea"/>
              <a:cs typeface="+mn-ea"/>
            </a:endParaRPr>
          </a:p>
          <a:p>
            <a:pPr>
              <a:lnSpc>
                <a:spcPct val="150000"/>
              </a:lnSpc>
              <a:buNone/>
            </a:pPr>
          </a:p>
          <a:p>
            <a:pPr>
              <a:lnSpc>
                <a:spcPct val="150000"/>
              </a:lnSpc>
              <a:buNone/>
            </a:pPr>
            <a:r>
              <a:rPr>
                <a:latin typeface="+mn-ea"/>
                <a:ea typeface="+mn-ea"/>
                <a:cs typeface="+mn-ea"/>
              </a:rPr>
              <a:t>4. 在 1,117 例临床队列中验证自动量化指标的预后价值。</a:t>
            </a:r>
            <a:endParaRPr>
              <a:latin typeface="+mn-ea"/>
              <a:ea typeface="+mn-ea"/>
              <a:cs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1">
            <a:lum/>
          </a:blip>
          <a:srcRect/>
          <a:stretch>
            <a:fillRect t="-17000" b="-17000"/>
          </a:stretch>
        </a:blipFill>
        <a:effectLst/>
      </p:bgPr>
    </p:bg>
    <p:spTree>
      <p:nvGrpSpPr>
        <p:cNvPr id="1" name=""/>
        <p:cNvGrpSpPr/>
        <p:nvPr/>
      </p:nvGrpSpPr>
      <p:grpSpPr/>
      <p:sp>
        <p:nvSpPr>
          <p:cNvPr id="7" name="文本框 6"/>
          <p:cNvSpPr>
            <a:spLocks noGrp="1"/>
          </p:cNvSpPr>
          <p:nvPr/>
        </p:nvSpPr>
        <p:spPr>
          <a:xfrm>
            <a:off x="5497221" y="660631"/>
            <a:ext cx="1197556" cy="369332"/>
          </a:xfrm>
          <a:prstGeom prst="rect">
            <a:avLst/>
          </a:prstGeom>
          <a:noFill/>
        </p:spPr>
        <p:txBody>
          <a:bodyPr wrap="square">
            <a:spAutoFit/>
          </a:bodyPr>
          <a:lstStyle/>
          <a:p>
            <a:r>
              <a:rPr b="1"/>
              <a:t>数据队列</a:t>
            </a:r>
            <a:endParaRPr b="1"/>
          </a:p>
        </p:txBody>
      </p:sp>
      <p:pic>
        <p:nvPicPr>
          <p:cNvPr id="10" name="图片 2"/>
          <p:cNvPicPr>
            <a:picLocks noChangeAspect="1"/>
          </p:cNvPicPr>
          <p:nvPr/>
        </p:nvPicPr>
        <p:blipFill>
          <a:blip r:embed="rId2"/>
          <a:stretch>
            <a:fillRect/>
          </a:stretch>
        </p:blipFill>
        <p:spPr>
          <a:xfrm>
            <a:off x="290512" y="1173877"/>
            <a:ext cx="11610975" cy="4219575"/>
          </a:xfrm>
          <a:prstGeom prst="rect">
            <a:avLst/>
          </a:prstGeom>
        </p:spPr>
      </p:pic>
      <p:sp>
        <p:nvSpPr>
          <p:cNvPr id="6" name="文本框 5"/>
          <p:cNvSpPr>
            <a:spLocks noGrp="1"/>
          </p:cNvSpPr>
          <p:nvPr/>
        </p:nvSpPr>
        <p:spPr>
          <a:xfrm>
            <a:off x="2155806" y="5590922"/>
            <a:ext cx="9640560" cy="1280160"/>
          </a:xfrm>
          <a:prstGeom prst="rect">
            <a:avLst/>
          </a:prstGeom>
          <a:noFill/>
        </p:spPr>
        <p:txBody>
          <a:bodyPr wrap="square">
            <a:spAutoFit/>
          </a:bodyPr>
          <a:lstStyle/>
          <a:p>
            <a:r>
              <a:rPr sz="1600"/>
              <a:t>回顾性纳入 1,756 例疑似慢性冠状动脉综合征患者的 TTE 检查。</a:t>
            </a:r>
            <a:endParaRPr sz="1600"/>
          </a:p>
          <a:p>
            <a:endParaRPr sz="1600"/>
          </a:p>
          <a:p>
            <a:r>
              <a:rPr sz="1600"/>
              <a:t>人工标注：训练 369 帧 / 134 视频；测试 270 帧 / 140 视频。</a:t>
            </a:r>
            <a:endParaRPr sz="1600"/>
          </a:p>
          <a:p>
            <a:endParaRPr sz="1600"/>
          </a:p>
          <a:p>
            <a:r>
              <a:rPr sz="1600"/>
              <a:t>生存分析：1,117 例；临床终点为全因死亡或心力衰竭住院。</a:t>
            </a:r>
            <a:endParaRPr sz="16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1">
            <a:lum/>
          </a:blip>
          <a:srcRect/>
          <a:stretch>
            <a:fillRect t="-17000" b="-17000"/>
          </a:stretch>
        </a:blipFill>
        <a:effectLst/>
      </p:bgPr>
    </p:bg>
    <p:spTree>
      <p:nvGrpSpPr>
        <p:cNvPr id="1" name=""/>
        <p:cNvGrpSpPr/>
        <p:nvPr/>
      </p:nvGrpSpPr>
      <p:grpSpPr/>
      <p:sp>
        <p:nvSpPr>
          <p:cNvPr id="5" name="文本框 4"/>
          <p:cNvSpPr>
            <a:spLocks noGrp="1"/>
          </p:cNvSpPr>
          <p:nvPr/>
        </p:nvSpPr>
        <p:spPr>
          <a:xfrm>
            <a:off x="5306858" y="264382"/>
            <a:ext cx="1754006" cy="461665"/>
          </a:xfrm>
          <a:prstGeom prst="rect">
            <a:avLst/>
          </a:prstGeom>
          <a:noFill/>
        </p:spPr>
        <p:txBody>
          <a:bodyPr wrap="square">
            <a:spAutoFit/>
          </a:bodyPr>
          <a:lstStyle/>
          <a:p>
            <a:r>
              <a:rPr sz="2400" b="1"/>
              <a:t>模型概览</a:t>
            </a:r>
            <a:endParaRPr sz="2400" b="1"/>
          </a:p>
        </p:txBody>
      </p:sp>
      <p:pic>
        <p:nvPicPr>
          <p:cNvPr id="23" name="图片 2"/>
          <p:cNvPicPr>
            <a:picLocks noChangeAspect="1"/>
          </p:cNvPicPr>
          <p:nvPr/>
        </p:nvPicPr>
        <p:blipFill>
          <a:blip r:embed="rId2"/>
          <a:stretch>
            <a:fillRect/>
          </a:stretch>
        </p:blipFill>
        <p:spPr>
          <a:xfrm>
            <a:off x="280514" y="1603860"/>
            <a:ext cx="11715750" cy="3238500"/>
          </a:xfrm>
          <a:prstGeom prst="rect">
            <a:avLst/>
          </a:prstGeom>
        </p:spPr>
      </p:pic>
      <p:sp>
        <p:nvSpPr>
          <p:cNvPr id="13" name="文本框 12"/>
          <p:cNvSpPr>
            <a:spLocks noGrp="1"/>
          </p:cNvSpPr>
          <p:nvPr/>
        </p:nvSpPr>
        <p:spPr>
          <a:xfrm>
            <a:off x="195736" y="4319098"/>
            <a:ext cx="6094878" cy="369332"/>
          </a:xfrm>
          <a:prstGeom prst="rect">
            <a:avLst/>
          </a:prstGeom>
          <a:noFill/>
        </p:spPr>
        <p:txBody>
          <a:bodyPr wrap="square">
            <a:spAutoFit/>
          </a:bodyPr>
          <a:lstStyle/>
          <a:p>
            <a:r>
              <a:t>输入：以待测时刻为中心的 3 个连续灰度帧。 </a:t>
            </a:r>
          </a:p>
        </p:txBody>
      </p:sp>
      <p:sp>
        <p:nvSpPr>
          <p:cNvPr id="16" name="文本框 15"/>
          <p:cNvSpPr>
            <a:spLocks noGrp="1"/>
          </p:cNvSpPr>
          <p:nvPr/>
        </p:nvSpPr>
        <p:spPr>
          <a:xfrm>
            <a:off x="195736" y="4780700"/>
            <a:ext cx="7200744" cy="369332"/>
          </a:xfrm>
          <a:prstGeom prst="rect">
            <a:avLst/>
          </a:prstGeom>
          <a:noFill/>
        </p:spPr>
        <p:txBody>
          <a:bodyPr wrap="square">
            <a:spAutoFit/>
          </a:bodyPr>
          <a:lstStyle/>
          <a:p>
            <a:r>
              <a:t>骨干：ResNet 编码器的 2D U-Net，同时处理前、后瓣叶。 </a:t>
            </a:r>
          </a:p>
        </p:txBody>
      </p:sp>
      <p:sp>
        <p:nvSpPr>
          <p:cNvPr id="17" name="文本框 16"/>
          <p:cNvSpPr>
            <a:spLocks noGrp="1"/>
          </p:cNvSpPr>
          <p:nvPr/>
        </p:nvSpPr>
        <p:spPr>
          <a:xfrm>
            <a:off x="195735" y="5242302"/>
            <a:ext cx="8863485" cy="369332"/>
          </a:xfrm>
          <a:prstGeom prst="rect">
            <a:avLst/>
          </a:prstGeom>
          <a:noFill/>
        </p:spPr>
        <p:txBody>
          <a:bodyPr wrap="square">
            <a:spAutoFit/>
          </a:bodyPr>
          <a:lstStyle/>
          <a:p>
            <a:r>
              <a:t>输出：分类图定位 + log 距离图回归，以 CE + L1 损失监督。 </a:t>
            </a:r>
          </a:p>
        </p:txBody>
      </p:sp>
      <p:sp>
        <p:nvSpPr>
          <p:cNvPr id="19" name="文本框 12"/>
          <p:cNvSpPr>
            <a:spLocks noGrp="1"/>
          </p:cNvSpPr>
          <p:nvPr/>
        </p:nvSpPr>
        <p:spPr>
          <a:xfrm>
            <a:off x="195736" y="5703904"/>
            <a:ext cx="6937796" cy="369332"/>
          </a:xfrm>
          <a:prstGeom prst="rect">
            <a:avLst/>
          </a:prstGeom>
          <a:noFill/>
        </p:spPr>
        <p:txBody>
          <a:bodyPr wrap="square">
            <a:spAutoFit/>
          </a:bodyPr>
          <a:lst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r>
              <a:t>推理：阈值融合、骨架化和剪枝，得到单像素瓣叶曲线。 </a:t>
            </a:r>
          </a:p>
        </p:txBody>
      </p:sp>
      <p:sp>
        <p:nvSpPr>
          <p:cNvPr id="20" name="文本框 12"/>
          <p:cNvSpPr>
            <a:spLocks noGrp="1"/>
          </p:cNvSpPr>
          <p:nvPr/>
        </p:nvSpPr>
        <p:spPr>
          <a:xfrm>
            <a:off x="195736" y="6165506"/>
            <a:ext cx="8536482" cy="369332"/>
          </a:xfrm>
          <a:prstGeom prst="rect">
            <a:avLst/>
          </a:prstGeom>
          <a:noFill/>
        </p:spPr>
        <p:txBody>
          <a:bodyPr wrap="square">
            <a:spAutoFit/>
          </a:bodyPr>
          <a:lst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r>
              <a:t>关键：双输出与临床目标中的“线状轮廓”直接匹配。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0">
          <a:blip r:embed="rId1"/>
          <a:stretch>
            <a:fillRect/>
          </a:stretch>
        </a:blipFill>
        <a:effectLst/>
      </p:bgPr>
    </p:bg>
    <p:spTree>
      <p:nvGrpSpPr>
        <p:cNvPr id="1" name=""/>
        <p:cNvGrpSpPr/>
        <p:nvPr/>
      </p:nvGrpSpPr>
      <p:grpSpPr/>
      <p:pic>
        <p:nvPicPr>
          <p:cNvPr id="27" name="图片 2"/>
          <p:cNvPicPr>
            <a:picLocks noChangeAspect="1"/>
          </p:cNvPicPr>
          <p:nvPr/>
        </p:nvPicPr>
        <p:blipFill>
          <a:blip r:embed="rId2"/>
          <a:stretch>
            <a:fillRect/>
          </a:stretch>
        </p:blipFill>
        <p:spPr>
          <a:xfrm>
            <a:off x="951869" y="983529"/>
            <a:ext cx="7186896" cy="3693593"/>
          </a:xfrm>
          <a:prstGeom prst="rect">
            <a:avLst/>
          </a:prstGeom>
        </p:spPr>
      </p:pic>
      <p:sp>
        <p:nvSpPr>
          <p:cNvPr id="7" name="文本框 6"/>
          <p:cNvSpPr>
            <a:spLocks noGrp="1"/>
          </p:cNvSpPr>
          <p:nvPr/>
        </p:nvSpPr>
        <p:spPr>
          <a:xfrm>
            <a:off x="8243092" y="3537922"/>
            <a:ext cx="3948908" cy="923330"/>
          </a:xfrm>
          <a:prstGeom prst="rect">
            <a:avLst/>
          </a:prstGeom>
          <a:noFill/>
        </p:spPr>
        <p:txBody>
          <a:bodyPr wrap="square">
            <a:spAutoFit/>
          </a:bodyPr>
          <a:lstStyle/>
          <a:p>
            <a:r>
              <a:t>测量对象：瓣叶长度、瓣环直径、帐篷高度、帐篷面积、瓣叶角和对合长度。</a:t>
            </a:r>
          </a:p>
        </p:txBody>
      </p:sp>
      <p:sp>
        <p:nvSpPr>
          <p:cNvPr id="21" name="文本框 20"/>
          <p:cNvSpPr>
            <a:spLocks noGrp="1"/>
          </p:cNvSpPr>
          <p:nvPr/>
        </p:nvSpPr>
        <p:spPr>
          <a:xfrm>
            <a:off x="74047" y="6119336"/>
            <a:ext cx="7889105" cy="738664"/>
          </a:xfrm>
          <a:prstGeom prst="rect">
            <a:avLst/>
          </a:prstGeom>
          <a:noFill/>
        </p:spPr>
        <p:txBody>
          <a:bodyPr wrap="square">
            <a:spAutoFit/>
          </a:bodyPr>
          <a:lstStyle/>
          <a:p>
            <a:r>
              <a:rPr sz="1400">
                <a:latin typeface="+mn-ea"/>
                <a:ea typeface="+mn-ea"/>
                <a:cs typeface="+mn-ea"/>
              </a:rPr>
              <a:t>长度由样条插值曲线计算；两个铰点确定瓣环直径和瓣环平面。关闭期的两条曲线共同确定帐篷相关指标。</a:t>
            </a:r>
            <a:endParaRPr sz="1400">
              <a:latin typeface="+mn-ea"/>
              <a:ea typeface="+mn-ea"/>
              <a:cs typeface="+mn-ea"/>
            </a:endParaRPr>
          </a:p>
        </p:txBody>
      </p:sp>
      <p:sp>
        <p:nvSpPr>
          <p:cNvPr id="23" name="文本框 22"/>
          <p:cNvSpPr>
            <a:spLocks noGrp="1"/>
          </p:cNvSpPr>
          <p:nvPr/>
        </p:nvSpPr>
        <p:spPr>
          <a:xfrm>
            <a:off x="5306244" y="889664"/>
            <a:ext cx="3710588" cy="338554"/>
          </a:xfrm>
          <a:prstGeom prst="rect">
            <a:avLst/>
          </a:prstGeom>
          <a:noFill/>
        </p:spPr>
        <p:txBody>
          <a:bodyPr wrap="square">
            <a:spAutoFit/>
          </a:bodyPr>
          <a:lstStyle/>
          <a:p>
            <a:r>
              <a:rPr sz="1600">
                <a:latin typeface="+mn-ea"/>
                <a:ea typeface="+mn-ea"/>
                <a:cs typeface="+mn-ea"/>
              </a:rPr>
              <a:t>几何测量：分割曲线转为可解释表型</a:t>
            </a:r>
            <a:endParaRPr sz="1600">
              <a:latin typeface="+mn-ea"/>
              <a:ea typeface="+mn-ea"/>
              <a:cs typeface="+mn-ea"/>
            </a:endParaRPr>
          </a:p>
        </p:txBody>
      </p:sp>
      <p:sp>
        <p:nvSpPr>
          <p:cNvPr id="25" name="文本框 24"/>
          <p:cNvSpPr>
            <a:spLocks noGrp="1"/>
          </p:cNvSpPr>
          <p:nvPr/>
        </p:nvSpPr>
        <p:spPr>
          <a:xfrm>
            <a:off x="8243092" y="5464887"/>
            <a:ext cx="3081996" cy="738664"/>
          </a:xfrm>
          <a:prstGeom prst="rect">
            <a:avLst/>
          </a:prstGeom>
          <a:noFill/>
        </p:spPr>
        <p:txBody>
          <a:bodyPr wrap="square">
            <a:spAutoFit/>
          </a:bodyPr>
          <a:lstStyle/>
          <a:p>
            <a:r>
              <a:rPr sz="1400">
                <a:latin typeface="+mn-ea"/>
                <a:ea typeface="+mn-ea"/>
                <a:cs typeface="+mn-ea"/>
              </a:rPr>
              <a:t>对合长度既有单帧瞬时值，也可基于完整视频推导；后者用于临床风险分析。</a:t>
            </a:r>
            <a:endParaRPr sz="1400">
              <a:latin typeface="+mn-ea"/>
              <a:ea typeface="+mn-ea"/>
              <a:cs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1">
            <a:lum/>
          </a:blip>
          <a:srcRect/>
          <a:stretch>
            <a:fillRect/>
          </a:stretch>
        </a:blipFill>
        <a:effectLst/>
      </p:bgPr>
    </p:bg>
    <p:spTree>
      <p:nvGrpSpPr>
        <p:cNvPr id="1" name=""/>
        <p:cNvGrpSpPr/>
        <p:nvPr/>
      </p:nvGrpSpPr>
      <p:grpSpPr/>
      <p:pic>
        <p:nvPicPr>
          <p:cNvPr id="9" name="图片 4"/>
          <p:cNvPicPr>
            <a:picLocks noChangeAspect="1"/>
          </p:cNvPicPr>
          <p:nvPr/>
        </p:nvPicPr>
        <p:blipFill>
          <a:blip r:embed="rId2"/>
          <a:stretch>
            <a:fillRect/>
          </a:stretch>
        </p:blipFill>
        <p:spPr>
          <a:xfrm>
            <a:off x="2570363" y="870212"/>
            <a:ext cx="6324600" cy="4257675"/>
          </a:xfrm>
          <a:prstGeom prst="rect">
            <a:avLst/>
          </a:prstGeom>
        </p:spPr>
      </p:pic>
      <p:sp>
        <p:nvSpPr>
          <p:cNvPr id="7" name="文本框 6"/>
          <p:cNvSpPr>
            <a:spLocks noGrp="1"/>
          </p:cNvSpPr>
          <p:nvPr/>
        </p:nvSpPr>
        <p:spPr>
          <a:xfrm>
            <a:off x="831134" y="4886893"/>
            <a:ext cx="10498948" cy="1341120"/>
          </a:xfrm>
          <a:prstGeom prst="rect">
            <a:avLst/>
          </a:prstGeom>
          <a:noFill/>
        </p:spPr>
        <p:txBody>
          <a:bodyPr wrap="square">
            <a:spAutoFit/>
          </a:bodyPr>
          <a:lstStyle/>
          <a:p>
            <a:r>
              <a:rPr sz="1800">
                <a:latin typeface="+mn-ea"/>
                <a:ea typeface="+mn-ea"/>
                <a:cs typeface="+mn-ea"/>
              </a:rPr>
              <a:t>挑战案例与研究局限</a:t>
            </a:r>
            <a:endParaRPr sz="1800">
              <a:latin typeface="+mn-ea"/>
              <a:ea typeface="+mn-ea"/>
              <a:cs typeface="+mn-ea"/>
            </a:endParaRPr>
          </a:p>
          <a:p>
            <a:endParaRPr sz="1800"/>
          </a:p>
          <a:p>
            <a:r>
              <a:rPr sz="1600">
                <a:latin typeface="+mn-ea"/>
                <a:ea typeface="+mn-ea"/>
                <a:cs typeface="+mn-ea"/>
              </a:rPr>
              <a:t>图像质量差、瓣环成形环、钙化或瓣叶活动受限会提高分割难度。</a:t>
            </a:r>
            <a:endParaRPr sz="1600">
              <a:latin typeface="+mn-ea"/>
              <a:ea typeface="+mn-ea"/>
              <a:cs typeface="+mn-ea"/>
            </a:endParaRPr>
          </a:p>
          <a:p>
            <a:endParaRPr sz="1600"/>
          </a:p>
          <a:p>
            <a:r>
              <a:rPr sz="1600">
                <a:latin typeface="+mn-ea"/>
                <a:ea typeface="+mn-ea"/>
                <a:cs typeface="+mn-ea"/>
              </a:rPr>
              <a:t>研究来自单中心、回顾性 CCS 队列；仍需多中心外部验证其泛化性。</a:t>
            </a:r>
            <a:endParaRPr sz="1600">
              <a:latin typeface="+mn-ea"/>
              <a:ea typeface="+mn-ea"/>
              <a:cs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0">
          <a:blip r:embed="rId1"/>
          <a:stretch>
            <a:fillRect/>
          </a:stretch>
        </a:blipFill>
        <a:effectLst/>
      </p:bgPr>
    </p:bg>
    <p:spTree>
      <p:nvGrpSpPr>
        <p:cNvPr id="1" name=""/>
        <p:cNvGrpSpPr/>
        <p:nvPr/>
      </p:nvGrpSpPr>
      <p:grpSpPr/>
      <p:sp>
        <p:nvSpPr>
          <p:cNvPr id="6" name="文本框 5"/>
          <p:cNvSpPr>
            <a:spLocks noGrp="1"/>
          </p:cNvSpPr>
          <p:nvPr/>
        </p:nvSpPr>
        <p:spPr>
          <a:xfrm>
            <a:off x="4949926" y="195401"/>
            <a:ext cx="3667991" cy="584775"/>
          </a:xfrm>
          <a:prstGeom prst="rect">
            <a:avLst/>
          </a:prstGeom>
          <a:noFill/>
        </p:spPr>
        <p:txBody>
          <a:bodyPr wrap="square">
            <a:spAutoFit/>
          </a:bodyPr>
          <a:lstStyle/>
          <a:p>
            <a:r>
              <a:rPr sz="3200">
                <a:solidFill>
                  <a:srgbClr val="000000"/>
                </a:solidFill>
              </a:rPr>
              <a:t>定量性能</a:t>
            </a:r>
            <a:endParaRPr sz="3200">
              <a:solidFill>
                <a:srgbClr val="000000"/>
              </a:solidFill>
            </a:endParaRPr>
          </a:p>
        </p:txBody>
      </p:sp>
      <p:sp>
        <p:nvSpPr>
          <p:cNvPr id="3" name="文本框 2"/>
          <p:cNvSpPr>
            <a:spLocks noGrp="1"/>
          </p:cNvSpPr>
          <p:nvPr/>
        </p:nvSpPr>
        <p:spPr>
          <a:xfrm>
            <a:off x="224059" y="5297059"/>
            <a:ext cx="11457249" cy="1815882"/>
          </a:xfrm>
          <a:prstGeom prst="rect">
            <a:avLst/>
          </a:prstGeom>
          <a:noFill/>
        </p:spPr>
        <p:txBody>
          <a:bodyPr wrap="square">
            <a:spAutoFit/>
          </a:bodyPr>
          <a:lstStyle/>
          <a:p>
            <a:r>
              <a:rPr sz="1400"/>
              <a:t>平均表面距离 0.89 +/- 0.07 mm；Hausdorff 距离 3.34 +/- 0.13 mm。</a:t>
            </a:r>
            <a:endParaRPr sz="1400"/>
          </a:p>
          <a:p>
            <a:endParaRPr sz="1400"/>
          </a:p>
          <a:p>
            <a:r>
              <a:rPr sz="1400"/>
              <a:t>对合状态识别 93%，时间一致性 97%。</a:t>
            </a:r>
            <a:endParaRPr sz="1400"/>
          </a:p>
          <a:p>
            <a:endParaRPr sz="1400"/>
          </a:p>
          <a:p>
            <a:r>
              <a:rPr sz="1400"/>
              <a:t>相较 Attention U-Net，平均表面距离与 Hausdorff 距离分别下降约 38% 和 37%。</a:t>
            </a:r>
            <a:endParaRPr sz="1400"/>
          </a:p>
        </p:txBody>
      </p:sp>
      <p:pic>
        <p:nvPicPr>
          <p:cNvPr id="10" name="图片 4"/>
          <p:cNvPicPr>
            <a:picLocks noChangeAspect="1"/>
          </p:cNvPicPr>
          <p:nvPr/>
        </p:nvPicPr>
        <p:blipFill>
          <a:blip r:embed="rId2"/>
          <a:stretch>
            <a:fillRect/>
          </a:stretch>
        </p:blipFill>
        <p:spPr>
          <a:xfrm>
            <a:off x="734465" y="962157"/>
            <a:ext cx="9747829" cy="415292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sp>
        <p:nvSpPr>
          <p:cNvPr id="2" name="文本框 1"/>
          <p:cNvSpPr>
            <a:spLocks noGrp="1"/>
          </p:cNvSpPr>
          <p:nvPr/>
        </p:nvSpPr>
        <p:spPr>
          <a:xfrm>
            <a:off x="3869547" y="728547"/>
            <a:ext cx="4596223" cy="461665"/>
          </a:xfrm>
          <a:prstGeom prst="rect">
            <a:avLst/>
          </a:prstGeom>
          <a:noFill/>
        </p:spPr>
        <p:txBody>
          <a:bodyPr wrap="square">
            <a:spAutoFit/>
          </a:bodyPr>
          <a:lstStyle/>
          <a:p>
            <a:r>
              <a:rPr sz="2400">
                <a:solidFill>
                  <a:srgbClr val="000000"/>
                </a:solidFill>
              </a:rPr>
              <a:t>风险分层</a:t>
            </a:r>
            <a:endParaRPr sz="2400">
              <a:solidFill>
                <a:srgbClr val="000000"/>
              </a:solidFill>
            </a:endParaRPr>
          </a:p>
        </p:txBody>
      </p:sp>
      <p:pic>
        <p:nvPicPr>
          <p:cNvPr id="10" name="图片 3"/>
          <p:cNvPicPr>
            <a:picLocks noChangeAspect="1"/>
          </p:cNvPicPr>
          <p:nvPr/>
        </p:nvPicPr>
        <p:blipFill>
          <a:blip r:embed="rId2"/>
          <a:stretch>
            <a:fillRect/>
          </a:stretch>
        </p:blipFill>
        <p:spPr>
          <a:xfrm>
            <a:off x="138586" y="1168987"/>
            <a:ext cx="11830050" cy="4562475"/>
          </a:xfrm>
          <a:prstGeom prst="rect">
            <a:avLst/>
          </a:prstGeom>
        </p:spPr>
      </p:pic>
      <p:sp>
        <p:nvSpPr>
          <p:cNvPr id="7" name="文本框 6"/>
          <p:cNvSpPr>
            <a:spLocks noGrp="1"/>
          </p:cNvSpPr>
          <p:nvPr/>
        </p:nvSpPr>
        <p:spPr>
          <a:xfrm>
            <a:off x="1212640" y="5710237"/>
            <a:ext cx="7119906" cy="923330"/>
          </a:xfrm>
          <a:prstGeom prst="rect">
            <a:avLst/>
          </a:prstGeom>
          <a:noFill/>
        </p:spPr>
        <p:txBody>
          <a:bodyPr wrap="square">
            <a:spAutoFit/>
          </a:bodyPr>
          <a:lstStyle/>
          <a:p>
            <a:r>
              <a:rPr sz="1800"/>
              <a:t>瓣环直径 &gt;35 mm：单因素 HR 2.38；多因素 HR 1.83（p=0.03）。</a:t>
            </a:r>
            <a:endParaRPr sz="1800"/>
          </a:p>
          <a:p>
            <a:endParaRPr sz="1800"/>
          </a:p>
          <a:p>
            <a:r>
              <a:rPr sz="1800"/>
              <a:t>推导对合长度 &lt;3 mm：多因素 HR 1.38（p=0.05）。</a:t>
            </a:r>
            <a:endParaRPr sz="18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1">
            <a:lum/>
          </a:blip>
          <a:srcRect/>
          <a:stretch>
            <a:fillRect/>
          </a:stretch>
        </a:blipFill>
        <a:effectLst/>
      </p:bgPr>
    </p:bg>
    <p:spTree>
      <p:nvGrpSpPr>
        <p:cNvPr id="1" name=""/>
        <p:cNvGrpSpPr/>
        <p:nvPr/>
      </p:nvGrpSpPr>
      <p:grpSpPr/>
      <p:sp>
        <p:nvSpPr>
          <p:cNvPr id="2" name="CustomShape 1"/>
          <p:cNvSpPr>
            <a:spLocks noGrp="1"/>
          </p:cNvSpPr>
          <p:nvPr/>
        </p:nvSpPr>
        <p:spPr>
          <a:xfrm>
            <a:off x="4741545" y="3023870"/>
            <a:ext cx="2621915" cy="862965"/>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noAutofit/>
          </a:bodyPr>
          <a:lstStyle/>
          <a:p>
            <a:pPr>
              <a:lnSpc>
                <a:spcPct val="100000"/>
              </a:lnSpc>
              <a:buNone/>
            </a:pPr>
            <a:r>
              <a:rPr sz="4200" b="1">
                <a:latin typeface="Arial" panose="020B0604020202020204"/>
                <a:ea typeface="Arial" panose="020B0604020202020204"/>
                <a:cs typeface="Arial" panose="020B0604020202020204"/>
              </a:rPr>
              <a:t>自动分割可支持</a:t>
            </a:r>
            <a:endParaRPr sz="4200" b="1">
              <a:latin typeface="Arial" panose="020B0604020202020204"/>
              <a:ea typeface="Arial" panose="020B0604020202020204"/>
              <a:cs typeface="Arial" panose="020B0604020202020204"/>
            </a:endParaRPr>
          </a:p>
          <a:p>
            <a:pPr>
              <a:lnSpc>
                <a:spcPct val="100000"/>
              </a:lnSpc>
              <a:buNone/>
            </a:pPr>
            <a:r>
              <a:rPr sz="4200" b="1">
                <a:latin typeface="Arial" panose="020B0604020202020204"/>
                <a:ea typeface="Arial" panose="020B0604020202020204"/>
                <a:cs typeface="Arial" panose="020B0604020202020204"/>
              </a:rPr>
              <a:t>风险分层</a:t>
            </a:r>
            <a:endParaRPr sz="4200" b="1">
              <a:latin typeface="Arial" panose="020B0604020202020204"/>
              <a:ea typeface="Arial" panose="020B0604020202020204"/>
              <a:cs typeface="Arial" panose="020B0604020202020204"/>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997</Words>
  <Application>WPS 演示</Application>
  <PresentationFormat>Converted Presentation</PresentationFormat>
  <Paragraphs>70</Paragraphs>
  <Slides>10</Slides>
  <Notes>0</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10</vt:i4>
      </vt:variant>
    </vt:vector>
  </HeadingPairs>
  <TitlesOfParts>
    <vt:vector size="21" baseType="lpstr">
      <vt:lpstr>Arial</vt:lpstr>
      <vt:lpstr>宋体</vt:lpstr>
      <vt:lpstr>Wingdings</vt:lpstr>
      <vt:lpstr>Arial</vt:lpstr>
      <vt:lpstr>Wingdings</vt:lpstr>
      <vt:lpstr>Symbol</vt:lpstr>
      <vt:lpstr>DejaVu Sans</vt:lpstr>
      <vt:lpstr>微软雅黑</vt:lpstr>
      <vt:lpstr>Arial Unicode MS</vt:lpstr>
      <vt:lpstr>Office Theme</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陈氵告千丨</cp:lastModifiedBy>
  <cp:revision>3</cp:revision>
  <dcterms:created xsi:type="dcterms:W3CDTF">2026-07-25T09:10:00Z</dcterms:created>
  <dcterms:modified xsi:type="dcterms:W3CDTF">2026-07-25T09:38:06Z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094A02B7AC364E23B18689A825AA096F_12</vt:lpwstr>
  </property>
  <property fmtid="{D5CDD505-2E9C-101B-9397-08002B2CF9AE}" pid="3" name="KSOProductBuildVer">
    <vt:lpwstr>2052-12.1.0.26895</vt:lpwstr>
  </property>
</Properties>
</file>